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70" d="100"/>
          <a:sy n="70" d="100"/>
        </p:scale>
        <p:origin x="80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05751-84C7-4770-B9E9-484DF83D0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57EC93-D8B0-49F5-B223-2705D19C7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AA373-85D4-4124-98DB-D6FD9524E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EB48E-A6ED-43A5-B02A-BBBCED0A29BD}" type="datetimeFigureOut">
              <a:rPr lang="en-ID" smtClean="0"/>
              <a:t>17/12/2025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A9DB2-6DF0-456F-8915-C6D0E10BF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16449-74B4-485B-B86B-A638E413E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93C5-B556-49E5-B1BD-21928830A5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8748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98F36-134E-433B-BF33-DCA045C60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E7497-6C59-49ED-8903-0303A6675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401A7-7F02-4A9F-BE70-272362F63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EB48E-A6ED-43A5-B02A-BBBCED0A29BD}" type="datetimeFigureOut">
              <a:rPr lang="en-ID" smtClean="0"/>
              <a:t>17/12/2025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92044-955D-489E-834F-E6B19658B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DC835-83DF-4CE4-9886-9478B7B54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93C5-B556-49E5-B1BD-21928830A5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90438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DA6D7-3A3E-42D5-94EE-CC78DF132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4EEA5-DE27-49DE-8D9F-EC2EEBC12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2B08F-F1BC-4014-BEB5-56861147D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EB48E-A6ED-43A5-B02A-BBBCED0A29BD}" type="datetimeFigureOut">
              <a:rPr lang="en-ID" smtClean="0"/>
              <a:t>17/12/2025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4B0BE-BDBD-4206-95C2-E8E9F15C5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E6595-4CCD-48AA-8117-A0D1D14EC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93C5-B556-49E5-B1BD-21928830A5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12658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1F7E5-AEE6-4325-895E-584576F05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B9807-5CA3-4F29-9FE6-F643313BFC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B0F2B3-7876-40B5-B966-D2C728108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BBF44E-CB4A-4C8B-9591-EFFFF962A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EB48E-A6ED-43A5-B02A-BBBCED0A29BD}" type="datetimeFigureOut">
              <a:rPr lang="en-ID" smtClean="0"/>
              <a:t>17/12/2025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26B20E-3D83-4E84-B56A-D2977BAB7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945BC-3B5B-4CF5-ADA0-1F2C6A802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93C5-B556-49E5-B1BD-21928830A5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52567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A5F64-1655-4BE5-9471-8F100F5C5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96B65-AB1F-46AF-995E-33D7A8AFC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D46B9-B19E-4AA9-88B1-919866684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942F82-B2C0-40C4-9A5A-3C73011AA6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876779-CE89-4F24-8663-A6A3B21E14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62D1FD-F8E5-4612-83A1-F68011B1F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EB48E-A6ED-43A5-B02A-BBBCED0A29BD}" type="datetimeFigureOut">
              <a:rPr lang="en-ID" smtClean="0"/>
              <a:t>17/12/2025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56B0DF-17FA-4F4A-BD3E-EEF86B221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8AC725-8A5A-4A29-9BAE-7FDECF451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93C5-B556-49E5-B1BD-21928830A5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51226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8F436-9AB1-414F-80A2-C07949430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D018B1-1D35-4322-BED3-C282BD35F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EB48E-A6ED-43A5-B02A-BBBCED0A29BD}" type="datetimeFigureOut">
              <a:rPr lang="en-ID" smtClean="0"/>
              <a:t>17/12/2025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0D8739-0172-498F-A802-301670FAD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F2FCCC-EA1C-462D-9887-D2C1AD6C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93C5-B556-49E5-B1BD-21928830A5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77202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1F6E82-DE1E-4CB1-9971-D90E17296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EB48E-A6ED-43A5-B02A-BBBCED0A29BD}" type="datetimeFigureOut">
              <a:rPr lang="en-ID" smtClean="0"/>
              <a:t>17/12/2025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0207D4-712B-4A36-9D3C-F30B7AEC7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FC5E4-BD57-44FF-9D30-7FCE0DB7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93C5-B556-49E5-B1BD-21928830A5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96634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7F131-DFD6-4176-A0C0-9F57BB387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78312-758D-4ACC-B2EE-3032FB677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83613F-B940-4F7A-9367-58A60288E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4094B-A3D4-44BC-A2E3-5F406D066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EB48E-A6ED-43A5-B02A-BBBCED0A29BD}" type="datetimeFigureOut">
              <a:rPr lang="en-ID" smtClean="0"/>
              <a:t>17/12/2025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0BCF3-9CD9-4936-A2C7-DA78BBD68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2679A-184D-4A30-81BB-014D76E90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93C5-B556-49E5-B1BD-21928830A5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81674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8D1D4-A574-4DE4-998F-320A4F054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B7155F-8B18-472F-B23A-FE0BA25469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466FDA-8DD2-4EA8-9DD6-BDCD02B21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0FB36-8381-42F1-BC60-F62F2FFE6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EB48E-A6ED-43A5-B02A-BBBCED0A29BD}" type="datetimeFigureOut">
              <a:rPr lang="en-ID" smtClean="0"/>
              <a:t>17/12/2025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40212-E71B-4C70-87D6-0FEB41E93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DA3A6-9EC0-42A8-AFAB-63A19DBE9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93C5-B556-49E5-B1BD-21928830A5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03691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9E44B-F974-45A7-A6D5-115108018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7CCF48-FA1C-4A8B-B320-2AB932CF2D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52E0D-9348-4950-B224-88199E4A9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EB48E-A6ED-43A5-B02A-BBBCED0A29BD}" type="datetimeFigureOut">
              <a:rPr lang="en-ID" smtClean="0"/>
              <a:t>17/12/2025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BA5B0-15D6-40A8-A077-0BDED3289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3CFC5-52F2-4CA3-BA88-8677CDBE4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93C5-B556-49E5-B1BD-21928830A5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6945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27B8E0-511A-4415-BBBF-93FE89876B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5D282C-1A75-401B-9D92-165232B8F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03B3F-1600-4691-BB72-09E84E9FF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EB48E-A6ED-43A5-B02A-BBBCED0A29BD}" type="datetimeFigureOut">
              <a:rPr lang="en-ID" smtClean="0"/>
              <a:t>17/12/2025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8C4CF-9D77-4A97-87E5-F04CF3903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CF357-1B79-4A88-A5A6-6CACC8456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93C5-B556-49E5-B1BD-21928830A5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91977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692261-93D3-4643-AF5A-9D0FD23F8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A9FA4-92DA-4B4E-8740-4DAA7EDFF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01A84-EC6E-4817-81FE-EEB3603F88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EB48E-A6ED-43A5-B02A-BBBCED0A29BD}" type="datetimeFigureOut">
              <a:rPr lang="en-ID" smtClean="0"/>
              <a:t>17/12/2025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F4D3F-E5D2-4964-93E8-50F820BED5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0830C-E9C2-48E5-A915-9F1BDAEDF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A93C5-B556-49E5-B1BD-21928830A56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23025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C144D-CC26-4E2A-A48C-CDAACB4702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64629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</dc:title>
  <dc:creator>user</dc:creator>
  <cp:lastModifiedBy>user</cp:lastModifiedBy>
  <cp:revision>1</cp:revision>
  <dcterms:created xsi:type="dcterms:W3CDTF">2025-12-17T04:43:48Z</dcterms:created>
  <dcterms:modified xsi:type="dcterms:W3CDTF">2025-12-17T04:44:15Z</dcterms:modified>
</cp:coreProperties>
</file>