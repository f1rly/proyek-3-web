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1" r:id="rId8"/>
    <p:sldId id="272" r:id="rId9"/>
    <p:sldId id="273" r:id="rId10"/>
    <p:sldId id="270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2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058972"/>
            <a:ext cx="14361825" cy="171101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8047816"/>
            <a:ext cx="14373225" cy="1691639"/>
          </a:xfrm>
          <a:custGeom>
            <a:avLst/>
            <a:gdLst/>
            <a:ahLst/>
            <a:cxnLst/>
            <a:rect l="l" t="t" r="r" b="b"/>
            <a:pathLst>
              <a:path w="14373225" h="1691640">
                <a:moveTo>
                  <a:pt x="0" y="0"/>
                </a:moveTo>
                <a:lnTo>
                  <a:pt x="13527333" y="0"/>
                </a:lnTo>
                <a:lnTo>
                  <a:pt x="13575318" y="1338"/>
                </a:lnTo>
                <a:lnTo>
                  <a:pt x="13622600" y="5306"/>
                </a:lnTo>
                <a:lnTo>
                  <a:pt x="13669109" y="11832"/>
                </a:lnTo>
                <a:lnTo>
                  <a:pt x="13714773" y="20845"/>
                </a:lnTo>
                <a:lnTo>
                  <a:pt x="13759521" y="32273"/>
                </a:lnTo>
                <a:lnTo>
                  <a:pt x="13803282" y="46045"/>
                </a:lnTo>
                <a:lnTo>
                  <a:pt x="13845984" y="62090"/>
                </a:lnTo>
                <a:lnTo>
                  <a:pt x="13887556" y="80337"/>
                </a:lnTo>
                <a:lnTo>
                  <a:pt x="13927926" y="100714"/>
                </a:lnTo>
                <a:lnTo>
                  <a:pt x="13967022" y="123149"/>
                </a:lnTo>
                <a:lnTo>
                  <a:pt x="14004774" y="147572"/>
                </a:lnTo>
                <a:lnTo>
                  <a:pt x="14041110" y="173911"/>
                </a:lnTo>
                <a:lnTo>
                  <a:pt x="14075959" y="202095"/>
                </a:lnTo>
                <a:lnTo>
                  <a:pt x="14109248" y="232052"/>
                </a:lnTo>
                <a:lnTo>
                  <a:pt x="14140908" y="263711"/>
                </a:lnTo>
                <a:lnTo>
                  <a:pt x="14170865" y="297001"/>
                </a:lnTo>
                <a:lnTo>
                  <a:pt x="14199049" y="331849"/>
                </a:lnTo>
                <a:lnTo>
                  <a:pt x="14225389" y="368185"/>
                </a:lnTo>
                <a:lnTo>
                  <a:pt x="14249812" y="405938"/>
                </a:lnTo>
                <a:lnTo>
                  <a:pt x="14272249" y="445035"/>
                </a:lnTo>
                <a:lnTo>
                  <a:pt x="14292626" y="485405"/>
                </a:lnTo>
                <a:lnTo>
                  <a:pt x="14310873" y="526978"/>
                </a:lnTo>
                <a:lnTo>
                  <a:pt x="14326919" y="569681"/>
                </a:lnTo>
                <a:lnTo>
                  <a:pt x="14340692" y="613443"/>
                </a:lnTo>
                <a:lnTo>
                  <a:pt x="14352120" y="658193"/>
                </a:lnTo>
                <a:lnTo>
                  <a:pt x="14361133" y="703859"/>
                </a:lnTo>
                <a:lnTo>
                  <a:pt x="14367659" y="750370"/>
                </a:lnTo>
                <a:lnTo>
                  <a:pt x="14371627" y="797655"/>
                </a:lnTo>
                <a:lnTo>
                  <a:pt x="14372965" y="845641"/>
                </a:lnTo>
                <a:lnTo>
                  <a:pt x="14371627" y="893628"/>
                </a:lnTo>
                <a:lnTo>
                  <a:pt x="14367658" y="940913"/>
                </a:lnTo>
                <a:lnTo>
                  <a:pt x="14361131" y="987424"/>
                </a:lnTo>
                <a:lnTo>
                  <a:pt x="14352118" y="1033090"/>
                </a:lnTo>
                <a:lnTo>
                  <a:pt x="14340689" y="1077840"/>
                </a:lnTo>
                <a:lnTo>
                  <a:pt x="14326915" y="1121602"/>
                </a:lnTo>
                <a:lnTo>
                  <a:pt x="14310869" y="1164305"/>
                </a:lnTo>
                <a:lnTo>
                  <a:pt x="14292621" y="1205877"/>
                </a:lnTo>
                <a:lnTo>
                  <a:pt x="14272244" y="1246247"/>
                </a:lnTo>
                <a:lnTo>
                  <a:pt x="14249807" y="1285344"/>
                </a:lnTo>
                <a:lnTo>
                  <a:pt x="14225383" y="1323096"/>
                </a:lnTo>
                <a:lnTo>
                  <a:pt x="14199043" y="1359431"/>
                </a:lnTo>
                <a:lnTo>
                  <a:pt x="14170859" y="1394279"/>
                </a:lnTo>
                <a:lnTo>
                  <a:pt x="14140901" y="1427568"/>
                </a:lnTo>
                <a:lnTo>
                  <a:pt x="14109242" y="1459227"/>
                </a:lnTo>
                <a:lnTo>
                  <a:pt x="14075952" y="1489183"/>
                </a:lnTo>
                <a:lnTo>
                  <a:pt x="14041104" y="1517366"/>
                </a:lnTo>
                <a:lnTo>
                  <a:pt x="14004768" y="1543704"/>
                </a:lnTo>
                <a:lnTo>
                  <a:pt x="13967016" y="1568127"/>
                </a:lnTo>
                <a:lnTo>
                  <a:pt x="13927920" y="1590562"/>
                </a:lnTo>
                <a:lnTo>
                  <a:pt x="13887550" y="1610938"/>
                </a:lnTo>
                <a:lnTo>
                  <a:pt x="13845979" y="1629184"/>
                </a:lnTo>
                <a:lnTo>
                  <a:pt x="13803278" y="1645229"/>
                </a:lnTo>
                <a:lnTo>
                  <a:pt x="13759518" y="1659001"/>
                </a:lnTo>
                <a:lnTo>
                  <a:pt x="13714770" y="1670428"/>
                </a:lnTo>
                <a:lnTo>
                  <a:pt x="13669107" y="1679441"/>
                </a:lnTo>
                <a:lnTo>
                  <a:pt x="13622599" y="1685967"/>
                </a:lnTo>
                <a:lnTo>
                  <a:pt x="13575317" y="1689935"/>
                </a:lnTo>
                <a:lnTo>
                  <a:pt x="13527333" y="1691282"/>
                </a:lnTo>
                <a:lnTo>
                  <a:pt x="0" y="1691287"/>
                </a:lnTo>
              </a:path>
            </a:pathLst>
          </a:custGeom>
          <a:ln w="1905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577217"/>
            <a:ext cx="3262091" cy="370978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26244" y="0"/>
            <a:ext cx="3261755" cy="326169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7029449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3257550" y="3092897"/>
                </a:moveTo>
                <a:lnTo>
                  <a:pt x="3257550" y="3257550"/>
                </a:lnTo>
                <a:lnTo>
                  <a:pt x="2286507" y="3257550"/>
                </a:lnTo>
                <a:lnTo>
                  <a:pt x="2286003" y="3209141"/>
                </a:lnTo>
                <a:lnTo>
                  <a:pt x="2284499" y="3160976"/>
                </a:lnTo>
                <a:lnTo>
                  <a:pt x="2282004" y="3113064"/>
                </a:lnTo>
                <a:lnTo>
                  <a:pt x="2278528" y="3065416"/>
                </a:lnTo>
                <a:lnTo>
                  <a:pt x="2274082" y="3018041"/>
                </a:lnTo>
                <a:lnTo>
                  <a:pt x="2268674" y="2970950"/>
                </a:lnTo>
                <a:lnTo>
                  <a:pt x="2262316" y="2924152"/>
                </a:lnTo>
                <a:lnTo>
                  <a:pt x="2255016" y="2877658"/>
                </a:lnTo>
                <a:lnTo>
                  <a:pt x="2246786" y="2831477"/>
                </a:lnTo>
                <a:lnTo>
                  <a:pt x="2237635" y="2785619"/>
                </a:lnTo>
                <a:lnTo>
                  <a:pt x="2227573" y="2740094"/>
                </a:lnTo>
                <a:lnTo>
                  <a:pt x="2216609" y="2694913"/>
                </a:lnTo>
                <a:lnTo>
                  <a:pt x="2204755" y="2650085"/>
                </a:lnTo>
                <a:lnTo>
                  <a:pt x="2192019" y="2605620"/>
                </a:lnTo>
                <a:lnTo>
                  <a:pt x="2178413" y="2561528"/>
                </a:lnTo>
                <a:lnTo>
                  <a:pt x="2163945" y="2517819"/>
                </a:lnTo>
                <a:lnTo>
                  <a:pt x="2148625" y="2474503"/>
                </a:lnTo>
                <a:lnTo>
                  <a:pt x="2132465" y="2431590"/>
                </a:lnTo>
                <a:lnTo>
                  <a:pt x="2115473" y="2389091"/>
                </a:lnTo>
                <a:lnTo>
                  <a:pt x="2097660" y="2347014"/>
                </a:lnTo>
                <a:lnTo>
                  <a:pt x="2079035" y="2305370"/>
                </a:lnTo>
                <a:lnTo>
                  <a:pt x="2059609" y="2264168"/>
                </a:lnTo>
                <a:lnTo>
                  <a:pt x="2039391" y="2223420"/>
                </a:lnTo>
                <a:lnTo>
                  <a:pt x="2018392" y="2183134"/>
                </a:lnTo>
                <a:lnTo>
                  <a:pt x="1996621" y="2143321"/>
                </a:lnTo>
                <a:lnTo>
                  <a:pt x="1974089" y="2103991"/>
                </a:lnTo>
                <a:lnTo>
                  <a:pt x="1950805" y="2065153"/>
                </a:lnTo>
                <a:lnTo>
                  <a:pt x="1926780" y="2026818"/>
                </a:lnTo>
                <a:lnTo>
                  <a:pt x="1902022" y="1988996"/>
                </a:lnTo>
                <a:lnTo>
                  <a:pt x="1876543" y="1951696"/>
                </a:lnTo>
                <a:lnTo>
                  <a:pt x="1850352" y="1914929"/>
                </a:lnTo>
                <a:lnTo>
                  <a:pt x="1823459" y="1878704"/>
                </a:lnTo>
                <a:lnTo>
                  <a:pt x="1795875" y="1843031"/>
                </a:lnTo>
                <a:lnTo>
                  <a:pt x="1767608" y="1807921"/>
                </a:lnTo>
                <a:lnTo>
                  <a:pt x="1738670" y="1773383"/>
                </a:lnTo>
                <a:lnTo>
                  <a:pt x="1709069" y="1739428"/>
                </a:lnTo>
                <a:lnTo>
                  <a:pt x="1678816" y="1706064"/>
                </a:lnTo>
                <a:lnTo>
                  <a:pt x="1647922" y="1673303"/>
                </a:lnTo>
                <a:lnTo>
                  <a:pt x="1616395" y="1641154"/>
                </a:lnTo>
                <a:lnTo>
                  <a:pt x="1584246" y="1609628"/>
                </a:lnTo>
                <a:lnTo>
                  <a:pt x="1551485" y="1578733"/>
                </a:lnTo>
                <a:lnTo>
                  <a:pt x="1518122" y="1548480"/>
                </a:lnTo>
                <a:lnTo>
                  <a:pt x="1484166" y="1518880"/>
                </a:lnTo>
                <a:lnTo>
                  <a:pt x="1449629" y="1489941"/>
                </a:lnTo>
                <a:lnTo>
                  <a:pt x="1414518" y="1461675"/>
                </a:lnTo>
                <a:lnTo>
                  <a:pt x="1378846" y="1434090"/>
                </a:lnTo>
                <a:lnTo>
                  <a:pt x="1342621" y="1407197"/>
                </a:lnTo>
                <a:lnTo>
                  <a:pt x="1305853" y="1381006"/>
                </a:lnTo>
                <a:lnTo>
                  <a:pt x="1268553" y="1355527"/>
                </a:lnTo>
                <a:lnTo>
                  <a:pt x="1230731" y="1330770"/>
                </a:lnTo>
                <a:lnTo>
                  <a:pt x="1192396" y="1306744"/>
                </a:lnTo>
                <a:lnTo>
                  <a:pt x="1153558" y="1283460"/>
                </a:lnTo>
                <a:lnTo>
                  <a:pt x="1114228" y="1260928"/>
                </a:lnTo>
                <a:lnTo>
                  <a:pt x="1074415" y="1239157"/>
                </a:lnTo>
                <a:lnTo>
                  <a:pt x="1034130" y="1218158"/>
                </a:lnTo>
                <a:lnTo>
                  <a:pt x="993381" y="1197940"/>
                </a:lnTo>
                <a:lnTo>
                  <a:pt x="952180" y="1178514"/>
                </a:lnTo>
                <a:lnTo>
                  <a:pt x="910536" y="1159890"/>
                </a:lnTo>
                <a:lnTo>
                  <a:pt x="868459" y="1142076"/>
                </a:lnTo>
                <a:lnTo>
                  <a:pt x="825959" y="1125085"/>
                </a:lnTo>
                <a:lnTo>
                  <a:pt x="783046" y="1108924"/>
                </a:lnTo>
                <a:lnTo>
                  <a:pt x="739730" y="1093605"/>
                </a:lnTo>
                <a:lnTo>
                  <a:pt x="696022" y="1079137"/>
                </a:lnTo>
                <a:lnTo>
                  <a:pt x="651930" y="1065530"/>
                </a:lnTo>
                <a:lnTo>
                  <a:pt x="607465" y="1052794"/>
                </a:lnTo>
                <a:lnTo>
                  <a:pt x="562637" y="1040940"/>
                </a:lnTo>
                <a:lnTo>
                  <a:pt x="517455" y="1029977"/>
                </a:lnTo>
                <a:lnTo>
                  <a:pt x="471931" y="1019914"/>
                </a:lnTo>
                <a:lnTo>
                  <a:pt x="426073" y="1010763"/>
                </a:lnTo>
                <a:lnTo>
                  <a:pt x="380433" y="1002629"/>
                </a:lnTo>
                <a:lnTo>
                  <a:pt x="333534" y="995255"/>
                </a:lnTo>
                <a:lnTo>
                  <a:pt x="286599" y="988875"/>
                </a:lnTo>
                <a:lnTo>
                  <a:pt x="239508" y="983468"/>
                </a:lnTo>
                <a:lnTo>
                  <a:pt x="192134" y="979021"/>
                </a:lnTo>
                <a:lnTo>
                  <a:pt x="144485" y="975545"/>
                </a:lnTo>
                <a:lnTo>
                  <a:pt x="96574" y="973050"/>
                </a:lnTo>
                <a:lnTo>
                  <a:pt x="48408" y="971546"/>
                </a:lnTo>
                <a:lnTo>
                  <a:pt x="0" y="971042"/>
                </a:lnTo>
                <a:lnTo>
                  <a:pt x="0" y="0"/>
                </a:lnTo>
                <a:lnTo>
                  <a:pt x="164648" y="0"/>
                </a:lnTo>
                <a:lnTo>
                  <a:pt x="191676" y="1369"/>
                </a:lnTo>
                <a:lnTo>
                  <a:pt x="239151" y="4463"/>
                </a:lnTo>
                <a:lnTo>
                  <a:pt x="286439" y="8232"/>
                </a:lnTo>
                <a:lnTo>
                  <a:pt x="333397" y="12657"/>
                </a:lnTo>
                <a:lnTo>
                  <a:pt x="379892" y="17714"/>
                </a:lnTo>
                <a:lnTo>
                  <a:pt x="427130" y="23537"/>
                </a:lnTo>
                <a:lnTo>
                  <a:pt x="473621" y="29955"/>
                </a:lnTo>
                <a:lnTo>
                  <a:pt x="519900" y="37025"/>
                </a:lnTo>
                <a:lnTo>
                  <a:pt x="565964" y="44740"/>
                </a:lnTo>
                <a:lnTo>
                  <a:pt x="611807" y="53096"/>
                </a:lnTo>
                <a:lnTo>
                  <a:pt x="657424" y="62089"/>
                </a:lnTo>
                <a:lnTo>
                  <a:pt x="702811" y="71713"/>
                </a:lnTo>
                <a:lnTo>
                  <a:pt x="747964" y="81964"/>
                </a:lnTo>
                <a:lnTo>
                  <a:pt x="792876" y="92836"/>
                </a:lnTo>
                <a:lnTo>
                  <a:pt x="837544" y="104326"/>
                </a:lnTo>
                <a:lnTo>
                  <a:pt x="881962" y="116428"/>
                </a:lnTo>
                <a:lnTo>
                  <a:pt x="926126" y="129138"/>
                </a:lnTo>
                <a:lnTo>
                  <a:pt x="970031" y="142451"/>
                </a:lnTo>
                <a:lnTo>
                  <a:pt x="1013673" y="156362"/>
                </a:lnTo>
                <a:lnTo>
                  <a:pt x="1057046" y="170866"/>
                </a:lnTo>
                <a:lnTo>
                  <a:pt x="1100146" y="185958"/>
                </a:lnTo>
                <a:lnTo>
                  <a:pt x="1142968" y="201635"/>
                </a:lnTo>
                <a:lnTo>
                  <a:pt x="1185507" y="217890"/>
                </a:lnTo>
                <a:lnTo>
                  <a:pt x="1227758" y="234719"/>
                </a:lnTo>
                <a:lnTo>
                  <a:pt x="1269717" y="252118"/>
                </a:lnTo>
                <a:lnTo>
                  <a:pt x="1311379" y="270082"/>
                </a:lnTo>
                <a:lnTo>
                  <a:pt x="1352739" y="288605"/>
                </a:lnTo>
                <a:lnTo>
                  <a:pt x="1393792" y="307683"/>
                </a:lnTo>
                <a:lnTo>
                  <a:pt x="1434534" y="327312"/>
                </a:lnTo>
                <a:lnTo>
                  <a:pt x="1474960" y="347486"/>
                </a:lnTo>
                <a:lnTo>
                  <a:pt x="1515064" y="368201"/>
                </a:lnTo>
                <a:lnTo>
                  <a:pt x="1554843" y="389452"/>
                </a:lnTo>
                <a:lnTo>
                  <a:pt x="1594291" y="411234"/>
                </a:lnTo>
                <a:lnTo>
                  <a:pt x="1633404" y="433543"/>
                </a:lnTo>
                <a:lnTo>
                  <a:pt x="1672177" y="456373"/>
                </a:lnTo>
                <a:lnTo>
                  <a:pt x="1710605" y="479720"/>
                </a:lnTo>
                <a:lnTo>
                  <a:pt x="1748683" y="503579"/>
                </a:lnTo>
                <a:lnTo>
                  <a:pt x="1786407" y="527945"/>
                </a:lnTo>
                <a:lnTo>
                  <a:pt x="1823771" y="552814"/>
                </a:lnTo>
                <a:lnTo>
                  <a:pt x="1860772" y="578181"/>
                </a:lnTo>
                <a:lnTo>
                  <a:pt x="1897403" y="604040"/>
                </a:lnTo>
                <a:lnTo>
                  <a:pt x="1933662" y="630388"/>
                </a:lnTo>
                <a:lnTo>
                  <a:pt x="1969541" y="657220"/>
                </a:lnTo>
                <a:lnTo>
                  <a:pt x="2005038" y="684530"/>
                </a:lnTo>
                <a:lnTo>
                  <a:pt x="2040147" y="712313"/>
                </a:lnTo>
                <a:lnTo>
                  <a:pt x="2074863" y="740566"/>
                </a:lnTo>
                <a:lnTo>
                  <a:pt x="2109182" y="769283"/>
                </a:lnTo>
                <a:lnTo>
                  <a:pt x="2143098" y="798460"/>
                </a:lnTo>
                <a:lnTo>
                  <a:pt x="2176607" y="828092"/>
                </a:lnTo>
                <a:lnTo>
                  <a:pt x="2209705" y="858173"/>
                </a:lnTo>
                <a:lnTo>
                  <a:pt x="2242386" y="888700"/>
                </a:lnTo>
                <a:lnTo>
                  <a:pt x="2274646" y="919667"/>
                </a:lnTo>
                <a:lnTo>
                  <a:pt x="2306480" y="951070"/>
                </a:lnTo>
                <a:lnTo>
                  <a:pt x="2337882" y="982903"/>
                </a:lnTo>
                <a:lnTo>
                  <a:pt x="2368850" y="1015163"/>
                </a:lnTo>
                <a:lnTo>
                  <a:pt x="2399376" y="1047844"/>
                </a:lnTo>
                <a:lnTo>
                  <a:pt x="2429458" y="1080942"/>
                </a:lnTo>
                <a:lnTo>
                  <a:pt x="2459089" y="1114451"/>
                </a:lnTo>
                <a:lnTo>
                  <a:pt x="2488266" y="1148368"/>
                </a:lnTo>
                <a:lnTo>
                  <a:pt x="2516983" y="1182687"/>
                </a:lnTo>
                <a:lnTo>
                  <a:pt x="2545236" y="1217403"/>
                </a:lnTo>
                <a:lnTo>
                  <a:pt x="2573020" y="1252511"/>
                </a:lnTo>
                <a:lnTo>
                  <a:pt x="2600330" y="1288008"/>
                </a:lnTo>
                <a:lnTo>
                  <a:pt x="2627161" y="1323888"/>
                </a:lnTo>
                <a:lnTo>
                  <a:pt x="2653509" y="1360146"/>
                </a:lnTo>
                <a:lnTo>
                  <a:pt x="2679369" y="1396778"/>
                </a:lnTo>
                <a:lnTo>
                  <a:pt x="2704735" y="1433778"/>
                </a:lnTo>
                <a:lnTo>
                  <a:pt x="2729604" y="1471143"/>
                </a:lnTo>
                <a:lnTo>
                  <a:pt x="2753971" y="1508866"/>
                </a:lnTo>
                <a:lnTo>
                  <a:pt x="2777830" y="1546945"/>
                </a:lnTo>
                <a:lnTo>
                  <a:pt x="2801177" y="1585372"/>
                </a:lnTo>
                <a:lnTo>
                  <a:pt x="2824007" y="1624145"/>
                </a:lnTo>
                <a:lnTo>
                  <a:pt x="2846315" y="1663258"/>
                </a:lnTo>
                <a:lnTo>
                  <a:pt x="2868097" y="1702706"/>
                </a:lnTo>
                <a:lnTo>
                  <a:pt x="2889348" y="1742485"/>
                </a:lnTo>
                <a:lnTo>
                  <a:pt x="2910063" y="1782590"/>
                </a:lnTo>
                <a:lnTo>
                  <a:pt x="2930237" y="1823015"/>
                </a:lnTo>
                <a:lnTo>
                  <a:pt x="2949866" y="1863757"/>
                </a:lnTo>
                <a:lnTo>
                  <a:pt x="2968944" y="1904810"/>
                </a:lnTo>
                <a:lnTo>
                  <a:pt x="2987468" y="1946170"/>
                </a:lnTo>
                <a:lnTo>
                  <a:pt x="3005431" y="1987832"/>
                </a:lnTo>
                <a:lnTo>
                  <a:pt x="3022830" y="2029791"/>
                </a:lnTo>
                <a:lnTo>
                  <a:pt x="3039660" y="2072043"/>
                </a:lnTo>
                <a:lnTo>
                  <a:pt x="3055915" y="2114582"/>
                </a:lnTo>
                <a:lnTo>
                  <a:pt x="3071591" y="2157404"/>
                </a:lnTo>
                <a:lnTo>
                  <a:pt x="3086684" y="2200503"/>
                </a:lnTo>
                <a:lnTo>
                  <a:pt x="3101188" y="2243877"/>
                </a:lnTo>
                <a:lnTo>
                  <a:pt x="3115098" y="2287518"/>
                </a:lnTo>
                <a:lnTo>
                  <a:pt x="3128411" y="2331423"/>
                </a:lnTo>
                <a:lnTo>
                  <a:pt x="3141121" y="2375588"/>
                </a:lnTo>
                <a:lnTo>
                  <a:pt x="3153223" y="2420006"/>
                </a:lnTo>
                <a:lnTo>
                  <a:pt x="3164713" y="2464674"/>
                </a:lnTo>
                <a:lnTo>
                  <a:pt x="3175586" y="2509586"/>
                </a:lnTo>
                <a:lnTo>
                  <a:pt x="3185837" y="2554738"/>
                </a:lnTo>
                <a:lnTo>
                  <a:pt x="3195461" y="2600125"/>
                </a:lnTo>
                <a:lnTo>
                  <a:pt x="3204453" y="2645743"/>
                </a:lnTo>
                <a:lnTo>
                  <a:pt x="3212809" y="2691586"/>
                </a:lnTo>
                <a:lnTo>
                  <a:pt x="3220525" y="2737649"/>
                </a:lnTo>
                <a:lnTo>
                  <a:pt x="3227594" y="2783929"/>
                </a:lnTo>
                <a:lnTo>
                  <a:pt x="3234013" y="2830419"/>
                </a:lnTo>
                <a:lnTo>
                  <a:pt x="3239776" y="2877117"/>
                </a:lnTo>
                <a:lnTo>
                  <a:pt x="3244879" y="2924015"/>
                </a:lnTo>
                <a:lnTo>
                  <a:pt x="3249318" y="2971111"/>
                </a:lnTo>
                <a:lnTo>
                  <a:pt x="3253086" y="3018398"/>
                </a:lnTo>
                <a:lnTo>
                  <a:pt x="3256180" y="3065873"/>
                </a:lnTo>
                <a:lnTo>
                  <a:pt x="3257550" y="3092897"/>
                </a:lnTo>
                <a:close/>
              </a:path>
            </a:pathLst>
          </a:custGeom>
          <a:solidFill>
            <a:srgbClr val="FFB4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5030450" y="-1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0" y="164644"/>
                </a:moveTo>
                <a:lnTo>
                  <a:pt x="0" y="0"/>
                </a:lnTo>
                <a:lnTo>
                  <a:pt x="971043" y="0"/>
                </a:lnTo>
                <a:lnTo>
                  <a:pt x="971546" y="48408"/>
                </a:lnTo>
                <a:lnTo>
                  <a:pt x="973051" y="96574"/>
                </a:lnTo>
                <a:lnTo>
                  <a:pt x="975546" y="144485"/>
                </a:lnTo>
                <a:lnTo>
                  <a:pt x="979021" y="192134"/>
                </a:lnTo>
                <a:lnTo>
                  <a:pt x="983468" y="239508"/>
                </a:lnTo>
                <a:lnTo>
                  <a:pt x="988876" y="286599"/>
                </a:lnTo>
                <a:lnTo>
                  <a:pt x="995234" y="333397"/>
                </a:lnTo>
                <a:lnTo>
                  <a:pt x="1002533" y="379892"/>
                </a:lnTo>
                <a:lnTo>
                  <a:pt x="1010763" y="426073"/>
                </a:lnTo>
                <a:lnTo>
                  <a:pt x="1019915" y="471931"/>
                </a:lnTo>
                <a:lnTo>
                  <a:pt x="1029977" y="517455"/>
                </a:lnTo>
                <a:lnTo>
                  <a:pt x="1040940" y="562637"/>
                </a:lnTo>
                <a:lnTo>
                  <a:pt x="1052795" y="607465"/>
                </a:lnTo>
                <a:lnTo>
                  <a:pt x="1065530" y="651930"/>
                </a:lnTo>
                <a:lnTo>
                  <a:pt x="1079137" y="696022"/>
                </a:lnTo>
                <a:lnTo>
                  <a:pt x="1093605" y="739730"/>
                </a:lnTo>
                <a:lnTo>
                  <a:pt x="1108924" y="783046"/>
                </a:lnTo>
                <a:lnTo>
                  <a:pt x="1125085" y="825959"/>
                </a:lnTo>
                <a:lnTo>
                  <a:pt x="1142077" y="868459"/>
                </a:lnTo>
                <a:lnTo>
                  <a:pt x="1159890" y="910536"/>
                </a:lnTo>
                <a:lnTo>
                  <a:pt x="1178515" y="952180"/>
                </a:lnTo>
                <a:lnTo>
                  <a:pt x="1197941" y="993381"/>
                </a:lnTo>
                <a:lnTo>
                  <a:pt x="1218158" y="1034130"/>
                </a:lnTo>
                <a:lnTo>
                  <a:pt x="1239157" y="1074415"/>
                </a:lnTo>
                <a:lnTo>
                  <a:pt x="1260928" y="1114228"/>
                </a:lnTo>
                <a:lnTo>
                  <a:pt x="1283460" y="1153558"/>
                </a:lnTo>
                <a:lnTo>
                  <a:pt x="1306744" y="1192396"/>
                </a:lnTo>
                <a:lnTo>
                  <a:pt x="1330770" y="1230731"/>
                </a:lnTo>
                <a:lnTo>
                  <a:pt x="1355527" y="1268553"/>
                </a:lnTo>
                <a:lnTo>
                  <a:pt x="1381007" y="1305853"/>
                </a:lnTo>
                <a:lnTo>
                  <a:pt x="1407198" y="1342621"/>
                </a:lnTo>
                <a:lnTo>
                  <a:pt x="1434090" y="1378846"/>
                </a:lnTo>
                <a:lnTo>
                  <a:pt x="1461675" y="1414518"/>
                </a:lnTo>
                <a:lnTo>
                  <a:pt x="1489942" y="1449629"/>
                </a:lnTo>
                <a:lnTo>
                  <a:pt x="1518880" y="1484166"/>
                </a:lnTo>
                <a:lnTo>
                  <a:pt x="1548481" y="1518122"/>
                </a:lnTo>
                <a:lnTo>
                  <a:pt x="1578733" y="1551485"/>
                </a:lnTo>
                <a:lnTo>
                  <a:pt x="1609628" y="1584246"/>
                </a:lnTo>
                <a:lnTo>
                  <a:pt x="1641155" y="1616395"/>
                </a:lnTo>
                <a:lnTo>
                  <a:pt x="1673303" y="1647922"/>
                </a:lnTo>
                <a:lnTo>
                  <a:pt x="1706064" y="1678816"/>
                </a:lnTo>
                <a:lnTo>
                  <a:pt x="1739428" y="1709069"/>
                </a:lnTo>
                <a:lnTo>
                  <a:pt x="1773383" y="1738670"/>
                </a:lnTo>
                <a:lnTo>
                  <a:pt x="1807921" y="1767608"/>
                </a:lnTo>
                <a:lnTo>
                  <a:pt x="1843031" y="1795875"/>
                </a:lnTo>
                <a:lnTo>
                  <a:pt x="1878704" y="1823459"/>
                </a:lnTo>
                <a:lnTo>
                  <a:pt x="1914929" y="1850352"/>
                </a:lnTo>
                <a:lnTo>
                  <a:pt x="1951696" y="1876543"/>
                </a:lnTo>
                <a:lnTo>
                  <a:pt x="1988996" y="1902022"/>
                </a:lnTo>
                <a:lnTo>
                  <a:pt x="2026819" y="1926780"/>
                </a:lnTo>
                <a:lnTo>
                  <a:pt x="2065154" y="1950805"/>
                </a:lnTo>
                <a:lnTo>
                  <a:pt x="2103991" y="1974089"/>
                </a:lnTo>
                <a:lnTo>
                  <a:pt x="2143321" y="1996621"/>
                </a:lnTo>
                <a:lnTo>
                  <a:pt x="2183134" y="2018392"/>
                </a:lnTo>
                <a:lnTo>
                  <a:pt x="2223420" y="2039391"/>
                </a:lnTo>
                <a:lnTo>
                  <a:pt x="2264169" y="2059609"/>
                </a:lnTo>
                <a:lnTo>
                  <a:pt x="2305370" y="2079035"/>
                </a:lnTo>
                <a:lnTo>
                  <a:pt x="2347014" y="2097660"/>
                </a:lnTo>
                <a:lnTo>
                  <a:pt x="2389091" y="2115473"/>
                </a:lnTo>
                <a:lnTo>
                  <a:pt x="2431591" y="2132465"/>
                </a:lnTo>
                <a:lnTo>
                  <a:pt x="2474503" y="2148625"/>
                </a:lnTo>
                <a:lnTo>
                  <a:pt x="2517819" y="2163945"/>
                </a:lnTo>
                <a:lnTo>
                  <a:pt x="2561528" y="2178413"/>
                </a:lnTo>
                <a:lnTo>
                  <a:pt x="2605620" y="2192019"/>
                </a:lnTo>
                <a:lnTo>
                  <a:pt x="2650085" y="2204755"/>
                </a:lnTo>
                <a:lnTo>
                  <a:pt x="2694913" y="2216609"/>
                </a:lnTo>
                <a:lnTo>
                  <a:pt x="2740094" y="2227573"/>
                </a:lnTo>
                <a:lnTo>
                  <a:pt x="2785619" y="2237635"/>
                </a:lnTo>
                <a:lnTo>
                  <a:pt x="2831477" y="2246786"/>
                </a:lnTo>
                <a:lnTo>
                  <a:pt x="2877117" y="2254920"/>
                </a:lnTo>
                <a:lnTo>
                  <a:pt x="2924015" y="2262294"/>
                </a:lnTo>
                <a:lnTo>
                  <a:pt x="2970950" y="2268674"/>
                </a:lnTo>
                <a:lnTo>
                  <a:pt x="3018041" y="2274082"/>
                </a:lnTo>
                <a:lnTo>
                  <a:pt x="3065416" y="2278528"/>
                </a:lnTo>
                <a:lnTo>
                  <a:pt x="3113064" y="2282004"/>
                </a:lnTo>
                <a:lnTo>
                  <a:pt x="3160976" y="2284499"/>
                </a:lnTo>
                <a:lnTo>
                  <a:pt x="3209141" y="2286003"/>
                </a:lnTo>
                <a:lnTo>
                  <a:pt x="3257550" y="2286507"/>
                </a:lnTo>
                <a:lnTo>
                  <a:pt x="3257550" y="3257550"/>
                </a:lnTo>
                <a:lnTo>
                  <a:pt x="3092897" y="3257550"/>
                </a:lnTo>
                <a:lnTo>
                  <a:pt x="3065873" y="3256180"/>
                </a:lnTo>
                <a:lnTo>
                  <a:pt x="3018399" y="3253086"/>
                </a:lnTo>
                <a:lnTo>
                  <a:pt x="2971111" y="3249318"/>
                </a:lnTo>
                <a:lnTo>
                  <a:pt x="2924152" y="3244892"/>
                </a:lnTo>
                <a:lnTo>
                  <a:pt x="2877658" y="3239835"/>
                </a:lnTo>
                <a:lnTo>
                  <a:pt x="2830420" y="3234013"/>
                </a:lnTo>
                <a:lnTo>
                  <a:pt x="2783929" y="3227594"/>
                </a:lnTo>
                <a:lnTo>
                  <a:pt x="2737649" y="3220525"/>
                </a:lnTo>
                <a:lnTo>
                  <a:pt x="2691586" y="3212809"/>
                </a:lnTo>
                <a:lnTo>
                  <a:pt x="2645743" y="3204453"/>
                </a:lnTo>
                <a:lnTo>
                  <a:pt x="2600125" y="3195461"/>
                </a:lnTo>
                <a:lnTo>
                  <a:pt x="2554738" y="3185837"/>
                </a:lnTo>
                <a:lnTo>
                  <a:pt x="2509586" y="3175586"/>
                </a:lnTo>
                <a:lnTo>
                  <a:pt x="2464674" y="3164713"/>
                </a:lnTo>
                <a:lnTo>
                  <a:pt x="2420006" y="3153223"/>
                </a:lnTo>
                <a:lnTo>
                  <a:pt x="2375588" y="3141121"/>
                </a:lnTo>
                <a:lnTo>
                  <a:pt x="2331424" y="3128411"/>
                </a:lnTo>
                <a:lnTo>
                  <a:pt x="2287518" y="3115098"/>
                </a:lnTo>
                <a:lnTo>
                  <a:pt x="2243877" y="3101188"/>
                </a:lnTo>
                <a:lnTo>
                  <a:pt x="2200504" y="3086684"/>
                </a:lnTo>
                <a:lnTo>
                  <a:pt x="2157404" y="3071591"/>
                </a:lnTo>
                <a:lnTo>
                  <a:pt x="2114582" y="3055915"/>
                </a:lnTo>
                <a:lnTo>
                  <a:pt x="2072043" y="3039660"/>
                </a:lnTo>
                <a:lnTo>
                  <a:pt x="2029792" y="3022830"/>
                </a:lnTo>
                <a:lnTo>
                  <a:pt x="1987832" y="3005431"/>
                </a:lnTo>
                <a:lnTo>
                  <a:pt x="1946171" y="2987468"/>
                </a:lnTo>
                <a:lnTo>
                  <a:pt x="1904811" y="2968944"/>
                </a:lnTo>
                <a:lnTo>
                  <a:pt x="1863757" y="2949866"/>
                </a:lnTo>
                <a:lnTo>
                  <a:pt x="1823015" y="2930237"/>
                </a:lnTo>
                <a:lnTo>
                  <a:pt x="1782590" y="2910063"/>
                </a:lnTo>
                <a:lnTo>
                  <a:pt x="1742485" y="2889348"/>
                </a:lnTo>
                <a:lnTo>
                  <a:pt x="1702706" y="2868097"/>
                </a:lnTo>
                <a:lnTo>
                  <a:pt x="1663258" y="2846315"/>
                </a:lnTo>
                <a:lnTo>
                  <a:pt x="1624145" y="2824007"/>
                </a:lnTo>
                <a:lnTo>
                  <a:pt x="1585373" y="2801177"/>
                </a:lnTo>
                <a:lnTo>
                  <a:pt x="1546945" y="2777830"/>
                </a:lnTo>
                <a:lnTo>
                  <a:pt x="1508867" y="2753971"/>
                </a:lnTo>
                <a:lnTo>
                  <a:pt x="1471143" y="2729604"/>
                </a:lnTo>
                <a:lnTo>
                  <a:pt x="1433778" y="2704735"/>
                </a:lnTo>
                <a:lnTo>
                  <a:pt x="1396778" y="2679369"/>
                </a:lnTo>
                <a:lnTo>
                  <a:pt x="1360146" y="2653509"/>
                </a:lnTo>
                <a:lnTo>
                  <a:pt x="1323888" y="2627161"/>
                </a:lnTo>
                <a:lnTo>
                  <a:pt x="1288008" y="2600330"/>
                </a:lnTo>
                <a:lnTo>
                  <a:pt x="1252512" y="2573020"/>
                </a:lnTo>
                <a:lnTo>
                  <a:pt x="1217403" y="2545236"/>
                </a:lnTo>
                <a:lnTo>
                  <a:pt x="1182687" y="2516983"/>
                </a:lnTo>
                <a:lnTo>
                  <a:pt x="1148368" y="2488266"/>
                </a:lnTo>
                <a:lnTo>
                  <a:pt x="1114452" y="2459089"/>
                </a:lnTo>
                <a:lnTo>
                  <a:pt x="1080942" y="2429458"/>
                </a:lnTo>
                <a:lnTo>
                  <a:pt x="1047845" y="2399376"/>
                </a:lnTo>
                <a:lnTo>
                  <a:pt x="1015163" y="2368850"/>
                </a:lnTo>
                <a:lnTo>
                  <a:pt x="982904" y="2337882"/>
                </a:lnTo>
                <a:lnTo>
                  <a:pt x="951070" y="2306480"/>
                </a:lnTo>
                <a:lnTo>
                  <a:pt x="919667" y="2274646"/>
                </a:lnTo>
                <a:lnTo>
                  <a:pt x="888700" y="2242386"/>
                </a:lnTo>
                <a:lnTo>
                  <a:pt x="858173" y="2209705"/>
                </a:lnTo>
                <a:lnTo>
                  <a:pt x="828092" y="2176607"/>
                </a:lnTo>
                <a:lnTo>
                  <a:pt x="798460" y="2143098"/>
                </a:lnTo>
                <a:lnTo>
                  <a:pt x="769284" y="2109182"/>
                </a:lnTo>
                <a:lnTo>
                  <a:pt x="740566" y="2074863"/>
                </a:lnTo>
                <a:lnTo>
                  <a:pt x="712314" y="2040147"/>
                </a:lnTo>
                <a:lnTo>
                  <a:pt x="684530" y="2005038"/>
                </a:lnTo>
                <a:lnTo>
                  <a:pt x="657220" y="1969541"/>
                </a:lnTo>
                <a:lnTo>
                  <a:pt x="630389" y="1933662"/>
                </a:lnTo>
                <a:lnTo>
                  <a:pt x="604041" y="1897403"/>
                </a:lnTo>
                <a:lnTo>
                  <a:pt x="578181" y="1860772"/>
                </a:lnTo>
                <a:lnTo>
                  <a:pt x="552814" y="1823771"/>
                </a:lnTo>
                <a:lnTo>
                  <a:pt x="527945" y="1786407"/>
                </a:lnTo>
                <a:lnTo>
                  <a:pt x="503579" y="1748683"/>
                </a:lnTo>
                <a:lnTo>
                  <a:pt x="479720" y="1710605"/>
                </a:lnTo>
                <a:lnTo>
                  <a:pt x="456373" y="1672177"/>
                </a:lnTo>
                <a:lnTo>
                  <a:pt x="433543" y="1633404"/>
                </a:lnTo>
                <a:lnTo>
                  <a:pt x="411234" y="1594291"/>
                </a:lnTo>
                <a:lnTo>
                  <a:pt x="389452" y="1554843"/>
                </a:lnTo>
                <a:lnTo>
                  <a:pt x="368201" y="1515064"/>
                </a:lnTo>
                <a:lnTo>
                  <a:pt x="347486" y="1474960"/>
                </a:lnTo>
                <a:lnTo>
                  <a:pt x="327312" y="1434534"/>
                </a:lnTo>
                <a:lnTo>
                  <a:pt x="307684" y="1393792"/>
                </a:lnTo>
                <a:lnTo>
                  <a:pt x="288605" y="1352739"/>
                </a:lnTo>
                <a:lnTo>
                  <a:pt x="270082" y="1311379"/>
                </a:lnTo>
                <a:lnTo>
                  <a:pt x="252118" y="1269717"/>
                </a:lnTo>
                <a:lnTo>
                  <a:pt x="234720" y="1227758"/>
                </a:lnTo>
                <a:lnTo>
                  <a:pt x="217890" y="1185507"/>
                </a:lnTo>
                <a:lnTo>
                  <a:pt x="201635" y="1142968"/>
                </a:lnTo>
                <a:lnTo>
                  <a:pt x="185959" y="1100146"/>
                </a:lnTo>
                <a:lnTo>
                  <a:pt x="170866" y="1057046"/>
                </a:lnTo>
                <a:lnTo>
                  <a:pt x="156362" y="1013673"/>
                </a:lnTo>
                <a:lnTo>
                  <a:pt x="142451" y="970031"/>
                </a:lnTo>
                <a:lnTo>
                  <a:pt x="129138" y="926126"/>
                </a:lnTo>
                <a:lnTo>
                  <a:pt x="116429" y="881962"/>
                </a:lnTo>
                <a:lnTo>
                  <a:pt x="104326" y="837544"/>
                </a:lnTo>
                <a:lnTo>
                  <a:pt x="92836" y="792876"/>
                </a:lnTo>
                <a:lnTo>
                  <a:pt x="81964" y="747964"/>
                </a:lnTo>
                <a:lnTo>
                  <a:pt x="71713" y="702811"/>
                </a:lnTo>
                <a:lnTo>
                  <a:pt x="62089" y="657424"/>
                </a:lnTo>
                <a:lnTo>
                  <a:pt x="53096" y="611807"/>
                </a:lnTo>
                <a:lnTo>
                  <a:pt x="44740" y="565964"/>
                </a:lnTo>
                <a:lnTo>
                  <a:pt x="37025" y="519900"/>
                </a:lnTo>
                <a:lnTo>
                  <a:pt x="29956" y="473621"/>
                </a:lnTo>
                <a:lnTo>
                  <a:pt x="23537" y="427130"/>
                </a:lnTo>
                <a:lnTo>
                  <a:pt x="17773" y="380433"/>
                </a:lnTo>
                <a:lnTo>
                  <a:pt x="12670" y="333534"/>
                </a:lnTo>
                <a:lnTo>
                  <a:pt x="8232" y="286439"/>
                </a:lnTo>
                <a:lnTo>
                  <a:pt x="4463" y="239151"/>
                </a:lnTo>
                <a:lnTo>
                  <a:pt x="1369" y="191676"/>
                </a:lnTo>
                <a:lnTo>
                  <a:pt x="0" y="164644"/>
                </a:lnTo>
                <a:close/>
              </a:path>
            </a:pathLst>
          </a:custGeom>
          <a:solidFill>
            <a:srgbClr val="A1B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35115" y="3099368"/>
            <a:ext cx="13786485" cy="2563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5298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5298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577217"/>
            <a:ext cx="3262091" cy="370978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26244" y="0"/>
            <a:ext cx="3261755" cy="326169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7029449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3257550" y="3092897"/>
                </a:moveTo>
                <a:lnTo>
                  <a:pt x="3257550" y="3257550"/>
                </a:lnTo>
                <a:lnTo>
                  <a:pt x="2286507" y="3257550"/>
                </a:lnTo>
                <a:lnTo>
                  <a:pt x="2286003" y="3209141"/>
                </a:lnTo>
                <a:lnTo>
                  <a:pt x="2284499" y="3160976"/>
                </a:lnTo>
                <a:lnTo>
                  <a:pt x="2282004" y="3113064"/>
                </a:lnTo>
                <a:lnTo>
                  <a:pt x="2278528" y="3065416"/>
                </a:lnTo>
                <a:lnTo>
                  <a:pt x="2274082" y="3018041"/>
                </a:lnTo>
                <a:lnTo>
                  <a:pt x="2268674" y="2970950"/>
                </a:lnTo>
                <a:lnTo>
                  <a:pt x="2262316" y="2924152"/>
                </a:lnTo>
                <a:lnTo>
                  <a:pt x="2255016" y="2877658"/>
                </a:lnTo>
                <a:lnTo>
                  <a:pt x="2246786" y="2831477"/>
                </a:lnTo>
                <a:lnTo>
                  <a:pt x="2237635" y="2785619"/>
                </a:lnTo>
                <a:lnTo>
                  <a:pt x="2227573" y="2740094"/>
                </a:lnTo>
                <a:lnTo>
                  <a:pt x="2216609" y="2694913"/>
                </a:lnTo>
                <a:lnTo>
                  <a:pt x="2204755" y="2650085"/>
                </a:lnTo>
                <a:lnTo>
                  <a:pt x="2192019" y="2605620"/>
                </a:lnTo>
                <a:lnTo>
                  <a:pt x="2178413" y="2561528"/>
                </a:lnTo>
                <a:lnTo>
                  <a:pt x="2163945" y="2517819"/>
                </a:lnTo>
                <a:lnTo>
                  <a:pt x="2148625" y="2474503"/>
                </a:lnTo>
                <a:lnTo>
                  <a:pt x="2132465" y="2431590"/>
                </a:lnTo>
                <a:lnTo>
                  <a:pt x="2115473" y="2389091"/>
                </a:lnTo>
                <a:lnTo>
                  <a:pt x="2097660" y="2347014"/>
                </a:lnTo>
                <a:lnTo>
                  <a:pt x="2079035" y="2305370"/>
                </a:lnTo>
                <a:lnTo>
                  <a:pt x="2059609" y="2264168"/>
                </a:lnTo>
                <a:lnTo>
                  <a:pt x="2039391" y="2223420"/>
                </a:lnTo>
                <a:lnTo>
                  <a:pt x="2018392" y="2183134"/>
                </a:lnTo>
                <a:lnTo>
                  <a:pt x="1996621" y="2143321"/>
                </a:lnTo>
                <a:lnTo>
                  <a:pt x="1974089" y="2103991"/>
                </a:lnTo>
                <a:lnTo>
                  <a:pt x="1950805" y="2065153"/>
                </a:lnTo>
                <a:lnTo>
                  <a:pt x="1926780" y="2026818"/>
                </a:lnTo>
                <a:lnTo>
                  <a:pt x="1902022" y="1988996"/>
                </a:lnTo>
                <a:lnTo>
                  <a:pt x="1876543" y="1951696"/>
                </a:lnTo>
                <a:lnTo>
                  <a:pt x="1850352" y="1914929"/>
                </a:lnTo>
                <a:lnTo>
                  <a:pt x="1823459" y="1878704"/>
                </a:lnTo>
                <a:lnTo>
                  <a:pt x="1795875" y="1843031"/>
                </a:lnTo>
                <a:lnTo>
                  <a:pt x="1767608" y="1807921"/>
                </a:lnTo>
                <a:lnTo>
                  <a:pt x="1738670" y="1773383"/>
                </a:lnTo>
                <a:lnTo>
                  <a:pt x="1709069" y="1739428"/>
                </a:lnTo>
                <a:lnTo>
                  <a:pt x="1678816" y="1706064"/>
                </a:lnTo>
                <a:lnTo>
                  <a:pt x="1647922" y="1673303"/>
                </a:lnTo>
                <a:lnTo>
                  <a:pt x="1616395" y="1641154"/>
                </a:lnTo>
                <a:lnTo>
                  <a:pt x="1584246" y="1609628"/>
                </a:lnTo>
                <a:lnTo>
                  <a:pt x="1551485" y="1578733"/>
                </a:lnTo>
                <a:lnTo>
                  <a:pt x="1518122" y="1548480"/>
                </a:lnTo>
                <a:lnTo>
                  <a:pt x="1484166" y="1518880"/>
                </a:lnTo>
                <a:lnTo>
                  <a:pt x="1449629" y="1489941"/>
                </a:lnTo>
                <a:lnTo>
                  <a:pt x="1414518" y="1461675"/>
                </a:lnTo>
                <a:lnTo>
                  <a:pt x="1378846" y="1434090"/>
                </a:lnTo>
                <a:lnTo>
                  <a:pt x="1342621" y="1407197"/>
                </a:lnTo>
                <a:lnTo>
                  <a:pt x="1305853" y="1381006"/>
                </a:lnTo>
                <a:lnTo>
                  <a:pt x="1268553" y="1355527"/>
                </a:lnTo>
                <a:lnTo>
                  <a:pt x="1230731" y="1330770"/>
                </a:lnTo>
                <a:lnTo>
                  <a:pt x="1192396" y="1306744"/>
                </a:lnTo>
                <a:lnTo>
                  <a:pt x="1153558" y="1283460"/>
                </a:lnTo>
                <a:lnTo>
                  <a:pt x="1114228" y="1260928"/>
                </a:lnTo>
                <a:lnTo>
                  <a:pt x="1074415" y="1239157"/>
                </a:lnTo>
                <a:lnTo>
                  <a:pt x="1034130" y="1218158"/>
                </a:lnTo>
                <a:lnTo>
                  <a:pt x="993381" y="1197940"/>
                </a:lnTo>
                <a:lnTo>
                  <a:pt x="952180" y="1178514"/>
                </a:lnTo>
                <a:lnTo>
                  <a:pt x="910536" y="1159890"/>
                </a:lnTo>
                <a:lnTo>
                  <a:pt x="868459" y="1142076"/>
                </a:lnTo>
                <a:lnTo>
                  <a:pt x="825959" y="1125085"/>
                </a:lnTo>
                <a:lnTo>
                  <a:pt x="783046" y="1108924"/>
                </a:lnTo>
                <a:lnTo>
                  <a:pt x="739730" y="1093605"/>
                </a:lnTo>
                <a:lnTo>
                  <a:pt x="696022" y="1079137"/>
                </a:lnTo>
                <a:lnTo>
                  <a:pt x="651930" y="1065530"/>
                </a:lnTo>
                <a:lnTo>
                  <a:pt x="607465" y="1052794"/>
                </a:lnTo>
                <a:lnTo>
                  <a:pt x="562637" y="1040940"/>
                </a:lnTo>
                <a:lnTo>
                  <a:pt x="517455" y="1029977"/>
                </a:lnTo>
                <a:lnTo>
                  <a:pt x="471931" y="1019914"/>
                </a:lnTo>
                <a:lnTo>
                  <a:pt x="426073" y="1010763"/>
                </a:lnTo>
                <a:lnTo>
                  <a:pt x="380433" y="1002629"/>
                </a:lnTo>
                <a:lnTo>
                  <a:pt x="333534" y="995255"/>
                </a:lnTo>
                <a:lnTo>
                  <a:pt x="286599" y="988875"/>
                </a:lnTo>
                <a:lnTo>
                  <a:pt x="239508" y="983468"/>
                </a:lnTo>
                <a:lnTo>
                  <a:pt x="192134" y="979021"/>
                </a:lnTo>
                <a:lnTo>
                  <a:pt x="144485" y="975545"/>
                </a:lnTo>
                <a:lnTo>
                  <a:pt x="96574" y="973050"/>
                </a:lnTo>
                <a:lnTo>
                  <a:pt x="48408" y="971546"/>
                </a:lnTo>
                <a:lnTo>
                  <a:pt x="0" y="971042"/>
                </a:lnTo>
                <a:lnTo>
                  <a:pt x="0" y="0"/>
                </a:lnTo>
                <a:lnTo>
                  <a:pt x="164648" y="0"/>
                </a:lnTo>
                <a:lnTo>
                  <a:pt x="191676" y="1369"/>
                </a:lnTo>
                <a:lnTo>
                  <a:pt x="239151" y="4463"/>
                </a:lnTo>
                <a:lnTo>
                  <a:pt x="286439" y="8232"/>
                </a:lnTo>
                <a:lnTo>
                  <a:pt x="333397" y="12657"/>
                </a:lnTo>
                <a:lnTo>
                  <a:pt x="379892" y="17714"/>
                </a:lnTo>
                <a:lnTo>
                  <a:pt x="427130" y="23537"/>
                </a:lnTo>
                <a:lnTo>
                  <a:pt x="473621" y="29955"/>
                </a:lnTo>
                <a:lnTo>
                  <a:pt x="519900" y="37025"/>
                </a:lnTo>
                <a:lnTo>
                  <a:pt x="565964" y="44740"/>
                </a:lnTo>
                <a:lnTo>
                  <a:pt x="611807" y="53096"/>
                </a:lnTo>
                <a:lnTo>
                  <a:pt x="657424" y="62089"/>
                </a:lnTo>
                <a:lnTo>
                  <a:pt x="702811" y="71713"/>
                </a:lnTo>
                <a:lnTo>
                  <a:pt x="747964" y="81964"/>
                </a:lnTo>
                <a:lnTo>
                  <a:pt x="792876" y="92836"/>
                </a:lnTo>
                <a:lnTo>
                  <a:pt x="837544" y="104326"/>
                </a:lnTo>
                <a:lnTo>
                  <a:pt x="881962" y="116428"/>
                </a:lnTo>
                <a:lnTo>
                  <a:pt x="926126" y="129138"/>
                </a:lnTo>
                <a:lnTo>
                  <a:pt x="970031" y="142451"/>
                </a:lnTo>
                <a:lnTo>
                  <a:pt x="1013673" y="156362"/>
                </a:lnTo>
                <a:lnTo>
                  <a:pt x="1057046" y="170866"/>
                </a:lnTo>
                <a:lnTo>
                  <a:pt x="1100146" y="185958"/>
                </a:lnTo>
                <a:lnTo>
                  <a:pt x="1142968" y="201635"/>
                </a:lnTo>
                <a:lnTo>
                  <a:pt x="1185507" y="217890"/>
                </a:lnTo>
                <a:lnTo>
                  <a:pt x="1227758" y="234719"/>
                </a:lnTo>
                <a:lnTo>
                  <a:pt x="1269717" y="252118"/>
                </a:lnTo>
                <a:lnTo>
                  <a:pt x="1311379" y="270082"/>
                </a:lnTo>
                <a:lnTo>
                  <a:pt x="1352739" y="288605"/>
                </a:lnTo>
                <a:lnTo>
                  <a:pt x="1393792" y="307683"/>
                </a:lnTo>
                <a:lnTo>
                  <a:pt x="1434534" y="327312"/>
                </a:lnTo>
                <a:lnTo>
                  <a:pt x="1474960" y="347486"/>
                </a:lnTo>
                <a:lnTo>
                  <a:pt x="1515064" y="368201"/>
                </a:lnTo>
                <a:lnTo>
                  <a:pt x="1554843" y="389452"/>
                </a:lnTo>
                <a:lnTo>
                  <a:pt x="1594291" y="411234"/>
                </a:lnTo>
                <a:lnTo>
                  <a:pt x="1633404" y="433543"/>
                </a:lnTo>
                <a:lnTo>
                  <a:pt x="1672177" y="456373"/>
                </a:lnTo>
                <a:lnTo>
                  <a:pt x="1710605" y="479720"/>
                </a:lnTo>
                <a:lnTo>
                  <a:pt x="1748683" y="503579"/>
                </a:lnTo>
                <a:lnTo>
                  <a:pt x="1786407" y="527945"/>
                </a:lnTo>
                <a:lnTo>
                  <a:pt x="1823771" y="552814"/>
                </a:lnTo>
                <a:lnTo>
                  <a:pt x="1860772" y="578181"/>
                </a:lnTo>
                <a:lnTo>
                  <a:pt x="1897403" y="604040"/>
                </a:lnTo>
                <a:lnTo>
                  <a:pt x="1933662" y="630388"/>
                </a:lnTo>
                <a:lnTo>
                  <a:pt x="1969541" y="657220"/>
                </a:lnTo>
                <a:lnTo>
                  <a:pt x="2005038" y="684530"/>
                </a:lnTo>
                <a:lnTo>
                  <a:pt x="2040147" y="712313"/>
                </a:lnTo>
                <a:lnTo>
                  <a:pt x="2074863" y="740566"/>
                </a:lnTo>
                <a:lnTo>
                  <a:pt x="2109182" y="769283"/>
                </a:lnTo>
                <a:lnTo>
                  <a:pt x="2143098" y="798460"/>
                </a:lnTo>
                <a:lnTo>
                  <a:pt x="2176607" y="828092"/>
                </a:lnTo>
                <a:lnTo>
                  <a:pt x="2209705" y="858173"/>
                </a:lnTo>
                <a:lnTo>
                  <a:pt x="2242386" y="888700"/>
                </a:lnTo>
                <a:lnTo>
                  <a:pt x="2274646" y="919667"/>
                </a:lnTo>
                <a:lnTo>
                  <a:pt x="2306480" y="951070"/>
                </a:lnTo>
                <a:lnTo>
                  <a:pt x="2337882" y="982903"/>
                </a:lnTo>
                <a:lnTo>
                  <a:pt x="2368850" y="1015163"/>
                </a:lnTo>
                <a:lnTo>
                  <a:pt x="2399376" y="1047844"/>
                </a:lnTo>
                <a:lnTo>
                  <a:pt x="2429458" y="1080942"/>
                </a:lnTo>
                <a:lnTo>
                  <a:pt x="2459089" y="1114451"/>
                </a:lnTo>
                <a:lnTo>
                  <a:pt x="2488266" y="1148368"/>
                </a:lnTo>
                <a:lnTo>
                  <a:pt x="2516983" y="1182687"/>
                </a:lnTo>
                <a:lnTo>
                  <a:pt x="2545236" y="1217403"/>
                </a:lnTo>
                <a:lnTo>
                  <a:pt x="2573020" y="1252511"/>
                </a:lnTo>
                <a:lnTo>
                  <a:pt x="2600330" y="1288008"/>
                </a:lnTo>
                <a:lnTo>
                  <a:pt x="2627161" y="1323888"/>
                </a:lnTo>
                <a:lnTo>
                  <a:pt x="2653509" y="1360146"/>
                </a:lnTo>
                <a:lnTo>
                  <a:pt x="2679369" y="1396778"/>
                </a:lnTo>
                <a:lnTo>
                  <a:pt x="2704735" y="1433778"/>
                </a:lnTo>
                <a:lnTo>
                  <a:pt x="2729604" y="1471143"/>
                </a:lnTo>
                <a:lnTo>
                  <a:pt x="2753971" y="1508866"/>
                </a:lnTo>
                <a:lnTo>
                  <a:pt x="2777830" y="1546945"/>
                </a:lnTo>
                <a:lnTo>
                  <a:pt x="2801177" y="1585372"/>
                </a:lnTo>
                <a:lnTo>
                  <a:pt x="2824007" y="1624145"/>
                </a:lnTo>
                <a:lnTo>
                  <a:pt x="2846315" y="1663258"/>
                </a:lnTo>
                <a:lnTo>
                  <a:pt x="2868097" y="1702706"/>
                </a:lnTo>
                <a:lnTo>
                  <a:pt x="2889348" y="1742485"/>
                </a:lnTo>
                <a:lnTo>
                  <a:pt x="2910063" y="1782590"/>
                </a:lnTo>
                <a:lnTo>
                  <a:pt x="2930237" y="1823015"/>
                </a:lnTo>
                <a:lnTo>
                  <a:pt x="2949866" y="1863757"/>
                </a:lnTo>
                <a:lnTo>
                  <a:pt x="2968944" y="1904810"/>
                </a:lnTo>
                <a:lnTo>
                  <a:pt x="2987468" y="1946170"/>
                </a:lnTo>
                <a:lnTo>
                  <a:pt x="3005431" y="1987832"/>
                </a:lnTo>
                <a:lnTo>
                  <a:pt x="3022830" y="2029791"/>
                </a:lnTo>
                <a:lnTo>
                  <a:pt x="3039660" y="2072043"/>
                </a:lnTo>
                <a:lnTo>
                  <a:pt x="3055915" y="2114582"/>
                </a:lnTo>
                <a:lnTo>
                  <a:pt x="3071591" y="2157404"/>
                </a:lnTo>
                <a:lnTo>
                  <a:pt x="3086684" y="2200503"/>
                </a:lnTo>
                <a:lnTo>
                  <a:pt x="3101188" y="2243877"/>
                </a:lnTo>
                <a:lnTo>
                  <a:pt x="3115098" y="2287518"/>
                </a:lnTo>
                <a:lnTo>
                  <a:pt x="3128411" y="2331423"/>
                </a:lnTo>
                <a:lnTo>
                  <a:pt x="3141121" y="2375588"/>
                </a:lnTo>
                <a:lnTo>
                  <a:pt x="3153223" y="2420006"/>
                </a:lnTo>
                <a:lnTo>
                  <a:pt x="3164713" y="2464674"/>
                </a:lnTo>
                <a:lnTo>
                  <a:pt x="3175586" y="2509586"/>
                </a:lnTo>
                <a:lnTo>
                  <a:pt x="3185837" y="2554738"/>
                </a:lnTo>
                <a:lnTo>
                  <a:pt x="3195461" y="2600125"/>
                </a:lnTo>
                <a:lnTo>
                  <a:pt x="3204453" y="2645743"/>
                </a:lnTo>
                <a:lnTo>
                  <a:pt x="3212809" y="2691586"/>
                </a:lnTo>
                <a:lnTo>
                  <a:pt x="3220525" y="2737649"/>
                </a:lnTo>
                <a:lnTo>
                  <a:pt x="3227594" y="2783929"/>
                </a:lnTo>
                <a:lnTo>
                  <a:pt x="3234013" y="2830419"/>
                </a:lnTo>
                <a:lnTo>
                  <a:pt x="3239776" y="2877117"/>
                </a:lnTo>
                <a:lnTo>
                  <a:pt x="3244879" y="2924015"/>
                </a:lnTo>
                <a:lnTo>
                  <a:pt x="3249318" y="2971111"/>
                </a:lnTo>
                <a:lnTo>
                  <a:pt x="3253086" y="3018398"/>
                </a:lnTo>
                <a:lnTo>
                  <a:pt x="3256180" y="3065873"/>
                </a:lnTo>
                <a:lnTo>
                  <a:pt x="3257550" y="3092897"/>
                </a:lnTo>
                <a:close/>
              </a:path>
            </a:pathLst>
          </a:custGeom>
          <a:solidFill>
            <a:srgbClr val="FFB4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5030450" y="-1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0" y="164644"/>
                </a:moveTo>
                <a:lnTo>
                  <a:pt x="0" y="0"/>
                </a:lnTo>
                <a:lnTo>
                  <a:pt x="971043" y="0"/>
                </a:lnTo>
                <a:lnTo>
                  <a:pt x="971546" y="48408"/>
                </a:lnTo>
                <a:lnTo>
                  <a:pt x="973051" y="96574"/>
                </a:lnTo>
                <a:lnTo>
                  <a:pt x="975546" y="144485"/>
                </a:lnTo>
                <a:lnTo>
                  <a:pt x="979021" y="192134"/>
                </a:lnTo>
                <a:lnTo>
                  <a:pt x="983468" y="239508"/>
                </a:lnTo>
                <a:lnTo>
                  <a:pt x="988876" y="286599"/>
                </a:lnTo>
                <a:lnTo>
                  <a:pt x="995234" y="333397"/>
                </a:lnTo>
                <a:lnTo>
                  <a:pt x="1002533" y="379892"/>
                </a:lnTo>
                <a:lnTo>
                  <a:pt x="1010763" y="426073"/>
                </a:lnTo>
                <a:lnTo>
                  <a:pt x="1019915" y="471931"/>
                </a:lnTo>
                <a:lnTo>
                  <a:pt x="1029977" y="517455"/>
                </a:lnTo>
                <a:lnTo>
                  <a:pt x="1040940" y="562637"/>
                </a:lnTo>
                <a:lnTo>
                  <a:pt x="1052795" y="607465"/>
                </a:lnTo>
                <a:lnTo>
                  <a:pt x="1065530" y="651930"/>
                </a:lnTo>
                <a:lnTo>
                  <a:pt x="1079137" y="696022"/>
                </a:lnTo>
                <a:lnTo>
                  <a:pt x="1093605" y="739730"/>
                </a:lnTo>
                <a:lnTo>
                  <a:pt x="1108924" y="783046"/>
                </a:lnTo>
                <a:lnTo>
                  <a:pt x="1125085" y="825959"/>
                </a:lnTo>
                <a:lnTo>
                  <a:pt x="1142077" y="868459"/>
                </a:lnTo>
                <a:lnTo>
                  <a:pt x="1159890" y="910536"/>
                </a:lnTo>
                <a:lnTo>
                  <a:pt x="1178515" y="952180"/>
                </a:lnTo>
                <a:lnTo>
                  <a:pt x="1197941" y="993381"/>
                </a:lnTo>
                <a:lnTo>
                  <a:pt x="1218158" y="1034130"/>
                </a:lnTo>
                <a:lnTo>
                  <a:pt x="1239157" y="1074415"/>
                </a:lnTo>
                <a:lnTo>
                  <a:pt x="1260928" y="1114228"/>
                </a:lnTo>
                <a:lnTo>
                  <a:pt x="1283460" y="1153558"/>
                </a:lnTo>
                <a:lnTo>
                  <a:pt x="1306744" y="1192396"/>
                </a:lnTo>
                <a:lnTo>
                  <a:pt x="1330770" y="1230731"/>
                </a:lnTo>
                <a:lnTo>
                  <a:pt x="1355527" y="1268553"/>
                </a:lnTo>
                <a:lnTo>
                  <a:pt x="1381007" y="1305853"/>
                </a:lnTo>
                <a:lnTo>
                  <a:pt x="1407198" y="1342621"/>
                </a:lnTo>
                <a:lnTo>
                  <a:pt x="1434090" y="1378846"/>
                </a:lnTo>
                <a:lnTo>
                  <a:pt x="1461675" y="1414518"/>
                </a:lnTo>
                <a:lnTo>
                  <a:pt x="1489942" y="1449629"/>
                </a:lnTo>
                <a:lnTo>
                  <a:pt x="1518880" y="1484166"/>
                </a:lnTo>
                <a:lnTo>
                  <a:pt x="1548481" y="1518122"/>
                </a:lnTo>
                <a:lnTo>
                  <a:pt x="1578733" y="1551485"/>
                </a:lnTo>
                <a:lnTo>
                  <a:pt x="1609628" y="1584246"/>
                </a:lnTo>
                <a:lnTo>
                  <a:pt x="1641155" y="1616395"/>
                </a:lnTo>
                <a:lnTo>
                  <a:pt x="1673303" y="1647922"/>
                </a:lnTo>
                <a:lnTo>
                  <a:pt x="1706064" y="1678816"/>
                </a:lnTo>
                <a:lnTo>
                  <a:pt x="1739428" y="1709069"/>
                </a:lnTo>
                <a:lnTo>
                  <a:pt x="1773383" y="1738670"/>
                </a:lnTo>
                <a:lnTo>
                  <a:pt x="1807921" y="1767608"/>
                </a:lnTo>
                <a:lnTo>
                  <a:pt x="1843031" y="1795875"/>
                </a:lnTo>
                <a:lnTo>
                  <a:pt x="1878704" y="1823459"/>
                </a:lnTo>
                <a:lnTo>
                  <a:pt x="1914929" y="1850352"/>
                </a:lnTo>
                <a:lnTo>
                  <a:pt x="1951696" y="1876543"/>
                </a:lnTo>
                <a:lnTo>
                  <a:pt x="1988996" y="1902022"/>
                </a:lnTo>
                <a:lnTo>
                  <a:pt x="2026819" y="1926780"/>
                </a:lnTo>
                <a:lnTo>
                  <a:pt x="2065154" y="1950805"/>
                </a:lnTo>
                <a:lnTo>
                  <a:pt x="2103991" y="1974089"/>
                </a:lnTo>
                <a:lnTo>
                  <a:pt x="2143321" y="1996621"/>
                </a:lnTo>
                <a:lnTo>
                  <a:pt x="2183134" y="2018392"/>
                </a:lnTo>
                <a:lnTo>
                  <a:pt x="2223420" y="2039391"/>
                </a:lnTo>
                <a:lnTo>
                  <a:pt x="2264169" y="2059609"/>
                </a:lnTo>
                <a:lnTo>
                  <a:pt x="2305370" y="2079035"/>
                </a:lnTo>
                <a:lnTo>
                  <a:pt x="2347014" y="2097660"/>
                </a:lnTo>
                <a:lnTo>
                  <a:pt x="2389091" y="2115473"/>
                </a:lnTo>
                <a:lnTo>
                  <a:pt x="2431591" y="2132465"/>
                </a:lnTo>
                <a:lnTo>
                  <a:pt x="2474503" y="2148625"/>
                </a:lnTo>
                <a:lnTo>
                  <a:pt x="2517819" y="2163945"/>
                </a:lnTo>
                <a:lnTo>
                  <a:pt x="2561528" y="2178413"/>
                </a:lnTo>
                <a:lnTo>
                  <a:pt x="2605620" y="2192019"/>
                </a:lnTo>
                <a:lnTo>
                  <a:pt x="2650085" y="2204755"/>
                </a:lnTo>
                <a:lnTo>
                  <a:pt x="2694913" y="2216609"/>
                </a:lnTo>
                <a:lnTo>
                  <a:pt x="2740094" y="2227573"/>
                </a:lnTo>
                <a:lnTo>
                  <a:pt x="2785619" y="2237635"/>
                </a:lnTo>
                <a:lnTo>
                  <a:pt x="2831477" y="2246786"/>
                </a:lnTo>
                <a:lnTo>
                  <a:pt x="2877117" y="2254920"/>
                </a:lnTo>
                <a:lnTo>
                  <a:pt x="2924015" y="2262294"/>
                </a:lnTo>
                <a:lnTo>
                  <a:pt x="2970950" y="2268674"/>
                </a:lnTo>
                <a:lnTo>
                  <a:pt x="3018041" y="2274082"/>
                </a:lnTo>
                <a:lnTo>
                  <a:pt x="3065416" y="2278528"/>
                </a:lnTo>
                <a:lnTo>
                  <a:pt x="3113064" y="2282004"/>
                </a:lnTo>
                <a:lnTo>
                  <a:pt x="3160976" y="2284499"/>
                </a:lnTo>
                <a:lnTo>
                  <a:pt x="3209141" y="2286003"/>
                </a:lnTo>
                <a:lnTo>
                  <a:pt x="3257550" y="2286507"/>
                </a:lnTo>
                <a:lnTo>
                  <a:pt x="3257550" y="3257550"/>
                </a:lnTo>
                <a:lnTo>
                  <a:pt x="3092897" y="3257550"/>
                </a:lnTo>
                <a:lnTo>
                  <a:pt x="3065873" y="3256180"/>
                </a:lnTo>
                <a:lnTo>
                  <a:pt x="3018399" y="3253086"/>
                </a:lnTo>
                <a:lnTo>
                  <a:pt x="2971111" y="3249318"/>
                </a:lnTo>
                <a:lnTo>
                  <a:pt x="2924152" y="3244892"/>
                </a:lnTo>
                <a:lnTo>
                  <a:pt x="2877658" y="3239835"/>
                </a:lnTo>
                <a:lnTo>
                  <a:pt x="2830420" y="3234013"/>
                </a:lnTo>
                <a:lnTo>
                  <a:pt x="2783929" y="3227594"/>
                </a:lnTo>
                <a:lnTo>
                  <a:pt x="2737649" y="3220525"/>
                </a:lnTo>
                <a:lnTo>
                  <a:pt x="2691586" y="3212809"/>
                </a:lnTo>
                <a:lnTo>
                  <a:pt x="2645743" y="3204453"/>
                </a:lnTo>
                <a:lnTo>
                  <a:pt x="2600125" y="3195461"/>
                </a:lnTo>
                <a:lnTo>
                  <a:pt x="2554738" y="3185837"/>
                </a:lnTo>
                <a:lnTo>
                  <a:pt x="2509586" y="3175586"/>
                </a:lnTo>
                <a:lnTo>
                  <a:pt x="2464674" y="3164713"/>
                </a:lnTo>
                <a:lnTo>
                  <a:pt x="2420006" y="3153223"/>
                </a:lnTo>
                <a:lnTo>
                  <a:pt x="2375588" y="3141121"/>
                </a:lnTo>
                <a:lnTo>
                  <a:pt x="2331424" y="3128411"/>
                </a:lnTo>
                <a:lnTo>
                  <a:pt x="2287518" y="3115098"/>
                </a:lnTo>
                <a:lnTo>
                  <a:pt x="2243877" y="3101188"/>
                </a:lnTo>
                <a:lnTo>
                  <a:pt x="2200504" y="3086684"/>
                </a:lnTo>
                <a:lnTo>
                  <a:pt x="2157404" y="3071591"/>
                </a:lnTo>
                <a:lnTo>
                  <a:pt x="2114582" y="3055915"/>
                </a:lnTo>
                <a:lnTo>
                  <a:pt x="2072043" y="3039660"/>
                </a:lnTo>
                <a:lnTo>
                  <a:pt x="2029792" y="3022830"/>
                </a:lnTo>
                <a:lnTo>
                  <a:pt x="1987832" y="3005431"/>
                </a:lnTo>
                <a:lnTo>
                  <a:pt x="1946171" y="2987468"/>
                </a:lnTo>
                <a:lnTo>
                  <a:pt x="1904811" y="2968944"/>
                </a:lnTo>
                <a:lnTo>
                  <a:pt x="1863757" y="2949866"/>
                </a:lnTo>
                <a:lnTo>
                  <a:pt x="1823015" y="2930237"/>
                </a:lnTo>
                <a:lnTo>
                  <a:pt x="1782590" y="2910063"/>
                </a:lnTo>
                <a:lnTo>
                  <a:pt x="1742485" y="2889348"/>
                </a:lnTo>
                <a:lnTo>
                  <a:pt x="1702706" y="2868097"/>
                </a:lnTo>
                <a:lnTo>
                  <a:pt x="1663258" y="2846315"/>
                </a:lnTo>
                <a:lnTo>
                  <a:pt x="1624145" y="2824007"/>
                </a:lnTo>
                <a:lnTo>
                  <a:pt x="1585373" y="2801177"/>
                </a:lnTo>
                <a:lnTo>
                  <a:pt x="1546945" y="2777830"/>
                </a:lnTo>
                <a:lnTo>
                  <a:pt x="1508867" y="2753971"/>
                </a:lnTo>
                <a:lnTo>
                  <a:pt x="1471143" y="2729604"/>
                </a:lnTo>
                <a:lnTo>
                  <a:pt x="1433778" y="2704735"/>
                </a:lnTo>
                <a:lnTo>
                  <a:pt x="1396778" y="2679369"/>
                </a:lnTo>
                <a:lnTo>
                  <a:pt x="1360146" y="2653509"/>
                </a:lnTo>
                <a:lnTo>
                  <a:pt x="1323888" y="2627161"/>
                </a:lnTo>
                <a:lnTo>
                  <a:pt x="1288008" y="2600330"/>
                </a:lnTo>
                <a:lnTo>
                  <a:pt x="1252512" y="2573020"/>
                </a:lnTo>
                <a:lnTo>
                  <a:pt x="1217403" y="2545236"/>
                </a:lnTo>
                <a:lnTo>
                  <a:pt x="1182687" y="2516983"/>
                </a:lnTo>
                <a:lnTo>
                  <a:pt x="1148368" y="2488266"/>
                </a:lnTo>
                <a:lnTo>
                  <a:pt x="1114452" y="2459089"/>
                </a:lnTo>
                <a:lnTo>
                  <a:pt x="1080942" y="2429458"/>
                </a:lnTo>
                <a:lnTo>
                  <a:pt x="1047845" y="2399376"/>
                </a:lnTo>
                <a:lnTo>
                  <a:pt x="1015163" y="2368850"/>
                </a:lnTo>
                <a:lnTo>
                  <a:pt x="982904" y="2337882"/>
                </a:lnTo>
                <a:lnTo>
                  <a:pt x="951070" y="2306480"/>
                </a:lnTo>
                <a:lnTo>
                  <a:pt x="919667" y="2274646"/>
                </a:lnTo>
                <a:lnTo>
                  <a:pt x="888700" y="2242386"/>
                </a:lnTo>
                <a:lnTo>
                  <a:pt x="858173" y="2209705"/>
                </a:lnTo>
                <a:lnTo>
                  <a:pt x="828092" y="2176607"/>
                </a:lnTo>
                <a:lnTo>
                  <a:pt x="798460" y="2143098"/>
                </a:lnTo>
                <a:lnTo>
                  <a:pt x="769284" y="2109182"/>
                </a:lnTo>
                <a:lnTo>
                  <a:pt x="740566" y="2074863"/>
                </a:lnTo>
                <a:lnTo>
                  <a:pt x="712314" y="2040147"/>
                </a:lnTo>
                <a:lnTo>
                  <a:pt x="684530" y="2005038"/>
                </a:lnTo>
                <a:lnTo>
                  <a:pt x="657220" y="1969541"/>
                </a:lnTo>
                <a:lnTo>
                  <a:pt x="630389" y="1933662"/>
                </a:lnTo>
                <a:lnTo>
                  <a:pt x="604041" y="1897403"/>
                </a:lnTo>
                <a:lnTo>
                  <a:pt x="578181" y="1860772"/>
                </a:lnTo>
                <a:lnTo>
                  <a:pt x="552814" y="1823771"/>
                </a:lnTo>
                <a:lnTo>
                  <a:pt x="527945" y="1786407"/>
                </a:lnTo>
                <a:lnTo>
                  <a:pt x="503579" y="1748683"/>
                </a:lnTo>
                <a:lnTo>
                  <a:pt x="479720" y="1710605"/>
                </a:lnTo>
                <a:lnTo>
                  <a:pt x="456373" y="1672177"/>
                </a:lnTo>
                <a:lnTo>
                  <a:pt x="433543" y="1633404"/>
                </a:lnTo>
                <a:lnTo>
                  <a:pt x="411234" y="1594291"/>
                </a:lnTo>
                <a:lnTo>
                  <a:pt x="389452" y="1554843"/>
                </a:lnTo>
                <a:lnTo>
                  <a:pt x="368201" y="1515064"/>
                </a:lnTo>
                <a:lnTo>
                  <a:pt x="347486" y="1474960"/>
                </a:lnTo>
                <a:lnTo>
                  <a:pt x="327312" y="1434534"/>
                </a:lnTo>
                <a:lnTo>
                  <a:pt x="307684" y="1393792"/>
                </a:lnTo>
                <a:lnTo>
                  <a:pt x="288605" y="1352739"/>
                </a:lnTo>
                <a:lnTo>
                  <a:pt x="270082" y="1311379"/>
                </a:lnTo>
                <a:lnTo>
                  <a:pt x="252118" y="1269717"/>
                </a:lnTo>
                <a:lnTo>
                  <a:pt x="234720" y="1227758"/>
                </a:lnTo>
                <a:lnTo>
                  <a:pt x="217890" y="1185507"/>
                </a:lnTo>
                <a:lnTo>
                  <a:pt x="201635" y="1142968"/>
                </a:lnTo>
                <a:lnTo>
                  <a:pt x="185959" y="1100146"/>
                </a:lnTo>
                <a:lnTo>
                  <a:pt x="170866" y="1057046"/>
                </a:lnTo>
                <a:lnTo>
                  <a:pt x="156362" y="1013673"/>
                </a:lnTo>
                <a:lnTo>
                  <a:pt x="142451" y="970031"/>
                </a:lnTo>
                <a:lnTo>
                  <a:pt x="129138" y="926126"/>
                </a:lnTo>
                <a:lnTo>
                  <a:pt x="116429" y="881962"/>
                </a:lnTo>
                <a:lnTo>
                  <a:pt x="104326" y="837544"/>
                </a:lnTo>
                <a:lnTo>
                  <a:pt x="92836" y="792876"/>
                </a:lnTo>
                <a:lnTo>
                  <a:pt x="81964" y="747964"/>
                </a:lnTo>
                <a:lnTo>
                  <a:pt x="71713" y="702811"/>
                </a:lnTo>
                <a:lnTo>
                  <a:pt x="62089" y="657424"/>
                </a:lnTo>
                <a:lnTo>
                  <a:pt x="53096" y="611807"/>
                </a:lnTo>
                <a:lnTo>
                  <a:pt x="44740" y="565964"/>
                </a:lnTo>
                <a:lnTo>
                  <a:pt x="37025" y="519900"/>
                </a:lnTo>
                <a:lnTo>
                  <a:pt x="29956" y="473621"/>
                </a:lnTo>
                <a:lnTo>
                  <a:pt x="23537" y="427130"/>
                </a:lnTo>
                <a:lnTo>
                  <a:pt x="17773" y="380433"/>
                </a:lnTo>
                <a:lnTo>
                  <a:pt x="12670" y="333534"/>
                </a:lnTo>
                <a:lnTo>
                  <a:pt x="8232" y="286439"/>
                </a:lnTo>
                <a:lnTo>
                  <a:pt x="4463" y="239151"/>
                </a:lnTo>
                <a:lnTo>
                  <a:pt x="1369" y="191676"/>
                </a:lnTo>
                <a:lnTo>
                  <a:pt x="0" y="164644"/>
                </a:lnTo>
                <a:close/>
              </a:path>
            </a:pathLst>
          </a:custGeom>
          <a:solidFill>
            <a:srgbClr val="A1B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25215" y="628357"/>
            <a:ext cx="14562785" cy="171101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713926" y="639314"/>
            <a:ext cx="14574519" cy="1691639"/>
          </a:xfrm>
          <a:custGeom>
            <a:avLst/>
            <a:gdLst/>
            <a:ahLst/>
            <a:cxnLst/>
            <a:rect l="l" t="t" r="r" b="b"/>
            <a:pathLst>
              <a:path w="14574519" h="1691639">
                <a:moveTo>
                  <a:pt x="14574073" y="1691287"/>
                </a:moveTo>
                <a:lnTo>
                  <a:pt x="845642" y="1691283"/>
                </a:lnTo>
                <a:lnTo>
                  <a:pt x="797655" y="1689945"/>
                </a:lnTo>
                <a:lnTo>
                  <a:pt x="750371" y="1685977"/>
                </a:lnTo>
                <a:lnTo>
                  <a:pt x="703860" y="1679451"/>
                </a:lnTo>
                <a:lnTo>
                  <a:pt x="658195" y="1670437"/>
                </a:lnTo>
                <a:lnTo>
                  <a:pt x="613445" y="1659009"/>
                </a:lnTo>
                <a:lnTo>
                  <a:pt x="569684" y="1645236"/>
                </a:lnTo>
                <a:lnTo>
                  <a:pt x="526981" y="1629190"/>
                </a:lnTo>
                <a:lnTo>
                  <a:pt x="485409" y="1610943"/>
                </a:lnTo>
                <a:lnTo>
                  <a:pt x="445039" y="1590565"/>
                </a:lnTo>
                <a:lnTo>
                  <a:pt x="405943" y="1568129"/>
                </a:lnTo>
                <a:lnTo>
                  <a:pt x="368191" y="1543706"/>
                </a:lnTo>
                <a:lnTo>
                  <a:pt x="331855" y="1517367"/>
                </a:lnTo>
                <a:lnTo>
                  <a:pt x="297007" y="1489183"/>
                </a:lnTo>
                <a:lnTo>
                  <a:pt x="263718" y="1459226"/>
                </a:lnTo>
                <a:lnTo>
                  <a:pt x="232060" y="1427567"/>
                </a:lnTo>
                <a:lnTo>
                  <a:pt x="202103" y="1394278"/>
                </a:lnTo>
                <a:lnTo>
                  <a:pt x="173919" y="1359429"/>
                </a:lnTo>
                <a:lnTo>
                  <a:pt x="147579" y="1323094"/>
                </a:lnTo>
                <a:lnTo>
                  <a:pt x="123156" y="1285342"/>
                </a:lnTo>
                <a:lnTo>
                  <a:pt x="100720" y="1246245"/>
                </a:lnTo>
                <a:lnTo>
                  <a:pt x="80342" y="1205875"/>
                </a:lnTo>
                <a:lnTo>
                  <a:pt x="62095" y="1164303"/>
                </a:lnTo>
                <a:lnTo>
                  <a:pt x="46049" y="1121601"/>
                </a:lnTo>
                <a:lnTo>
                  <a:pt x="32276" y="1077839"/>
                </a:lnTo>
                <a:lnTo>
                  <a:pt x="20847" y="1033090"/>
                </a:lnTo>
                <a:lnTo>
                  <a:pt x="11833" y="987424"/>
                </a:lnTo>
                <a:lnTo>
                  <a:pt x="5307" y="940913"/>
                </a:lnTo>
                <a:lnTo>
                  <a:pt x="1338" y="893628"/>
                </a:lnTo>
                <a:lnTo>
                  <a:pt x="0" y="845641"/>
                </a:lnTo>
                <a:lnTo>
                  <a:pt x="1338" y="797655"/>
                </a:lnTo>
                <a:lnTo>
                  <a:pt x="5306" y="750370"/>
                </a:lnTo>
                <a:lnTo>
                  <a:pt x="11833" y="703859"/>
                </a:lnTo>
                <a:lnTo>
                  <a:pt x="20846" y="658194"/>
                </a:lnTo>
                <a:lnTo>
                  <a:pt x="32275" y="613444"/>
                </a:lnTo>
                <a:lnTo>
                  <a:pt x="46048" y="569683"/>
                </a:lnTo>
                <a:lnTo>
                  <a:pt x="62094" y="526980"/>
                </a:lnTo>
                <a:lnTo>
                  <a:pt x="80341" y="485408"/>
                </a:lnTo>
                <a:lnTo>
                  <a:pt x="100719" y="445038"/>
                </a:lnTo>
                <a:lnTo>
                  <a:pt x="123155" y="405942"/>
                </a:lnTo>
                <a:lnTo>
                  <a:pt x="147578" y="368190"/>
                </a:lnTo>
                <a:lnTo>
                  <a:pt x="173918" y="331854"/>
                </a:lnTo>
                <a:lnTo>
                  <a:pt x="202101" y="297006"/>
                </a:lnTo>
                <a:lnTo>
                  <a:pt x="232058" y="263717"/>
                </a:lnTo>
                <a:lnTo>
                  <a:pt x="263717" y="232058"/>
                </a:lnTo>
                <a:lnTo>
                  <a:pt x="297006" y="202101"/>
                </a:lnTo>
                <a:lnTo>
                  <a:pt x="331854" y="173917"/>
                </a:lnTo>
                <a:lnTo>
                  <a:pt x="368190" y="147578"/>
                </a:lnTo>
                <a:lnTo>
                  <a:pt x="405942" y="123154"/>
                </a:lnTo>
                <a:lnTo>
                  <a:pt x="445038" y="100718"/>
                </a:lnTo>
                <a:lnTo>
                  <a:pt x="485408" y="80341"/>
                </a:lnTo>
                <a:lnTo>
                  <a:pt x="526980" y="62093"/>
                </a:lnTo>
                <a:lnTo>
                  <a:pt x="569683" y="46047"/>
                </a:lnTo>
                <a:lnTo>
                  <a:pt x="613444" y="32274"/>
                </a:lnTo>
                <a:lnTo>
                  <a:pt x="658194" y="20846"/>
                </a:lnTo>
                <a:lnTo>
                  <a:pt x="703860" y="11832"/>
                </a:lnTo>
                <a:lnTo>
                  <a:pt x="750370" y="5306"/>
                </a:lnTo>
                <a:lnTo>
                  <a:pt x="797655" y="1338"/>
                </a:lnTo>
                <a:lnTo>
                  <a:pt x="845642" y="0"/>
                </a:lnTo>
                <a:lnTo>
                  <a:pt x="14574073" y="0"/>
                </a:lnTo>
              </a:path>
            </a:pathLst>
          </a:custGeom>
          <a:ln w="1905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577217"/>
            <a:ext cx="3262091" cy="370978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026244" y="0"/>
            <a:ext cx="3261755" cy="32616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9337" y="770228"/>
            <a:ext cx="1090295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6694" y="3220992"/>
            <a:ext cx="9845675" cy="4271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5298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402458" y="2628900"/>
            <a:ext cx="13805940" cy="3509294"/>
          </a:xfrm>
          <a:prstGeom prst="rect">
            <a:avLst/>
          </a:prstGeom>
        </p:spPr>
        <p:txBody>
          <a:bodyPr vert="horz" wrap="square" lIns="0" tIns="274955" rIns="0" bIns="0" rtlCol="0">
            <a:spAutoFit/>
          </a:bodyPr>
          <a:lstStyle/>
          <a:p>
            <a:pPr algn="l"/>
            <a:r>
              <a:rPr lang="en-ID" sz="7000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Sistem</a:t>
            </a:r>
            <a:r>
              <a:rPr lang="en-ID" sz="7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 </a:t>
            </a:r>
            <a:r>
              <a:rPr lang="en-ID" sz="7000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Lampu</a:t>
            </a:r>
            <a:r>
              <a:rPr lang="en-ID" sz="7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 </a:t>
            </a:r>
            <a:r>
              <a:rPr lang="en-ID" sz="7000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Otomatis</a:t>
            </a:r>
            <a:r>
              <a:rPr lang="en-ID" sz="7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 </a:t>
            </a:r>
            <a:br>
              <a:rPr lang="en-ID" sz="7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</a:br>
            <a:r>
              <a:rPr lang="en-ID" sz="7000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Berbasis</a:t>
            </a:r>
            <a:r>
              <a:rPr lang="en-ID" sz="7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 Sensor Cahaya dan </a:t>
            </a:r>
            <a:br>
              <a:rPr lang="en-ID" sz="7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</a:br>
            <a:r>
              <a:rPr lang="en-ID" sz="7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IoT </a:t>
            </a:r>
            <a:r>
              <a:rPr lang="en-ID" sz="7000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untuk</a:t>
            </a:r>
            <a:r>
              <a:rPr lang="en-ID" sz="7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 </a:t>
            </a:r>
            <a:r>
              <a:rPr lang="en-ID" sz="7000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Penghematan</a:t>
            </a:r>
            <a:r>
              <a:rPr lang="en-ID" sz="7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 Energi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02458" y="8496300"/>
            <a:ext cx="11008742" cy="805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150" spc="32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Disusun</a:t>
            </a:r>
            <a:r>
              <a:rPr sz="5150" spc="-14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5150" spc="19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Oleh</a:t>
            </a:r>
            <a:r>
              <a:rPr sz="5150" spc="-14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5000" spc="225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Kelompok</a:t>
            </a:r>
            <a:r>
              <a:rPr sz="5150" spc="-14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5150" spc="33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06</a:t>
            </a:r>
            <a:r>
              <a:rPr lang="en-US" sz="5150" spc="33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(TI 2B)</a:t>
            </a:r>
            <a:endParaRPr sz="515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439B0-308D-D82F-C20C-042CEA6503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42899"/>
            <a:ext cx="646331" cy="646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57944C-71C7-B268-D647-4D814393CE0E}"/>
              </a:ext>
            </a:extLst>
          </p:cNvPr>
          <p:cNvSpPr txBox="1"/>
          <p:nvPr/>
        </p:nvSpPr>
        <p:spPr>
          <a:xfrm>
            <a:off x="1219200" y="342900"/>
            <a:ext cx="42316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POLITEKNIK NEGERI INDRAMAYU</a:t>
            </a:r>
          </a:p>
          <a:p>
            <a:pPr algn="just"/>
            <a:r>
              <a:rPr lang="en-US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 TEKNIK INFORMATIKA</a:t>
            </a:r>
            <a:endParaRPr lang="en-ID" sz="1800" b="1" dirty="0">
              <a:solidFill>
                <a:srgbClr val="4529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029449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3257550" y="3092897"/>
                </a:moveTo>
                <a:lnTo>
                  <a:pt x="3257550" y="3257550"/>
                </a:lnTo>
                <a:lnTo>
                  <a:pt x="2286507" y="3257550"/>
                </a:lnTo>
                <a:lnTo>
                  <a:pt x="2286003" y="3209141"/>
                </a:lnTo>
                <a:lnTo>
                  <a:pt x="2284499" y="3160976"/>
                </a:lnTo>
                <a:lnTo>
                  <a:pt x="2282004" y="3113064"/>
                </a:lnTo>
                <a:lnTo>
                  <a:pt x="2278528" y="3065416"/>
                </a:lnTo>
                <a:lnTo>
                  <a:pt x="2274082" y="3018041"/>
                </a:lnTo>
                <a:lnTo>
                  <a:pt x="2268674" y="2970950"/>
                </a:lnTo>
                <a:lnTo>
                  <a:pt x="2262316" y="2924152"/>
                </a:lnTo>
                <a:lnTo>
                  <a:pt x="2255016" y="2877658"/>
                </a:lnTo>
                <a:lnTo>
                  <a:pt x="2246786" y="2831477"/>
                </a:lnTo>
                <a:lnTo>
                  <a:pt x="2237635" y="2785619"/>
                </a:lnTo>
                <a:lnTo>
                  <a:pt x="2227573" y="2740094"/>
                </a:lnTo>
                <a:lnTo>
                  <a:pt x="2216609" y="2694913"/>
                </a:lnTo>
                <a:lnTo>
                  <a:pt x="2204755" y="2650085"/>
                </a:lnTo>
                <a:lnTo>
                  <a:pt x="2192019" y="2605620"/>
                </a:lnTo>
                <a:lnTo>
                  <a:pt x="2178413" y="2561528"/>
                </a:lnTo>
                <a:lnTo>
                  <a:pt x="2163945" y="2517819"/>
                </a:lnTo>
                <a:lnTo>
                  <a:pt x="2148625" y="2474503"/>
                </a:lnTo>
                <a:lnTo>
                  <a:pt x="2132465" y="2431590"/>
                </a:lnTo>
                <a:lnTo>
                  <a:pt x="2115473" y="2389091"/>
                </a:lnTo>
                <a:lnTo>
                  <a:pt x="2097660" y="2347014"/>
                </a:lnTo>
                <a:lnTo>
                  <a:pt x="2079035" y="2305370"/>
                </a:lnTo>
                <a:lnTo>
                  <a:pt x="2059609" y="2264168"/>
                </a:lnTo>
                <a:lnTo>
                  <a:pt x="2039391" y="2223420"/>
                </a:lnTo>
                <a:lnTo>
                  <a:pt x="2018392" y="2183134"/>
                </a:lnTo>
                <a:lnTo>
                  <a:pt x="1996621" y="2143321"/>
                </a:lnTo>
                <a:lnTo>
                  <a:pt x="1974089" y="2103991"/>
                </a:lnTo>
                <a:lnTo>
                  <a:pt x="1950805" y="2065153"/>
                </a:lnTo>
                <a:lnTo>
                  <a:pt x="1926780" y="2026818"/>
                </a:lnTo>
                <a:lnTo>
                  <a:pt x="1902022" y="1988996"/>
                </a:lnTo>
                <a:lnTo>
                  <a:pt x="1876543" y="1951696"/>
                </a:lnTo>
                <a:lnTo>
                  <a:pt x="1850352" y="1914929"/>
                </a:lnTo>
                <a:lnTo>
                  <a:pt x="1823459" y="1878704"/>
                </a:lnTo>
                <a:lnTo>
                  <a:pt x="1795875" y="1843031"/>
                </a:lnTo>
                <a:lnTo>
                  <a:pt x="1767608" y="1807921"/>
                </a:lnTo>
                <a:lnTo>
                  <a:pt x="1738670" y="1773383"/>
                </a:lnTo>
                <a:lnTo>
                  <a:pt x="1709069" y="1739428"/>
                </a:lnTo>
                <a:lnTo>
                  <a:pt x="1678816" y="1706064"/>
                </a:lnTo>
                <a:lnTo>
                  <a:pt x="1647922" y="1673303"/>
                </a:lnTo>
                <a:lnTo>
                  <a:pt x="1616395" y="1641154"/>
                </a:lnTo>
                <a:lnTo>
                  <a:pt x="1584246" y="1609628"/>
                </a:lnTo>
                <a:lnTo>
                  <a:pt x="1551485" y="1578733"/>
                </a:lnTo>
                <a:lnTo>
                  <a:pt x="1518122" y="1548480"/>
                </a:lnTo>
                <a:lnTo>
                  <a:pt x="1484166" y="1518880"/>
                </a:lnTo>
                <a:lnTo>
                  <a:pt x="1449629" y="1489941"/>
                </a:lnTo>
                <a:lnTo>
                  <a:pt x="1414518" y="1461675"/>
                </a:lnTo>
                <a:lnTo>
                  <a:pt x="1378846" y="1434090"/>
                </a:lnTo>
                <a:lnTo>
                  <a:pt x="1342621" y="1407197"/>
                </a:lnTo>
                <a:lnTo>
                  <a:pt x="1305853" y="1381006"/>
                </a:lnTo>
                <a:lnTo>
                  <a:pt x="1268553" y="1355527"/>
                </a:lnTo>
                <a:lnTo>
                  <a:pt x="1230731" y="1330770"/>
                </a:lnTo>
                <a:lnTo>
                  <a:pt x="1192396" y="1306744"/>
                </a:lnTo>
                <a:lnTo>
                  <a:pt x="1153558" y="1283460"/>
                </a:lnTo>
                <a:lnTo>
                  <a:pt x="1114228" y="1260928"/>
                </a:lnTo>
                <a:lnTo>
                  <a:pt x="1074415" y="1239157"/>
                </a:lnTo>
                <a:lnTo>
                  <a:pt x="1034130" y="1218158"/>
                </a:lnTo>
                <a:lnTo>
                  <a:pt x="993381" y="1197940"/>
                </a:lnTo>
                <a:lnTo>
                  <a:pt x="952180" y="1178514"/>
                </a:lnTo>
                <a:lnTo>
                  <a:pt x="910536" y="1159890"/>
                </a:lnTo>
                <a:lnTo>
                  <a:pt x="868459" y="1142076"/>
                </a:lnTo>
                <a:lnTo>
                  <a:pt x="825959" y="1125085"/>
                </a:lnTo>
                <a:lnTo>
                  <a:pt x="783046" y="1108924"/>
                </a:lnTo>
                <a:lnTo>
                  <a:pt x="739730" y="1093605"/>
                </a:lnTo>
                <a:lnTo>
                  <a:pt x="696022" y="1079137"/>
                </a:lnTo>
                <a:lnTo>
                  <a:pt x="651930" y="1065530"/>
                </a:lnTo>
                <a:lnTo>
                  <a:pt x="607465" y="1052794"/>
                </a:lnTo>
                <a:lnTo>
                  <a:pt x="562637" y="1040940"/>
                </a:lnTo>
                <a:lnTo>
                  <a:pt x="517455" y="1029977"/>
                </a:lnTo>
                <a:lnTo>
                  <a:pt x="471931" y="1019914"/>
                </a:lnTo>
                <a:lnTo>
                  <a:pt x="426073" y="1010763"/>
                </a:lnTo>
                <a:lnTo>
                  <a:pt x="380433" y="1002629"/>
                </a:lnTo>
                <a:lnTo>
                  <a:pt x="333534" y="995255"/>
                </a:lnTo>
                <a:lnTo>
                  <a:pt x="286599" y="988875"/>
                </a:lnTo>
                <a:lnTo>
                  <a:pt x="239508" y="983468"/>
                </a:lnTo>
                <a:lnTo>
                  <a:pt x="192134" y="979021"/>
                </a:lnTo>
                <a:lnTo>
                  <a:pt x="144485" y="975545"/>
                </a:lnTo>
                <a:lnTo>
                  <a:pt x="96574" y="973050"/>
                </a:lnTo>
                <a:lnTo>
                  <a:pt x="48408" y="971546"/>
                </a:lnTo>
                <a:lnTo>
                  <a:pt x="0" y="971042"/>
                </a:lnTo>
                <a:lnTo>
                  <a:pt x="0" y="0"/>
                </a:lnTo>
                <a:lnTo>
                  <a:pt x="164648" y="0"/>
                </a:lnTo>
                <a:lnTo>
                  <a:pt x="191676" y="1369"/>
                </a:lnTo>
                <a:lnTo>
                  <a:pt x="239151" y="4463"/>
                </a:lnTo>
                <a:lnTo>
                  <a:pt x="286439" y="8232"/>
                </a:lnTo>
                <a:lnTo>
                  <a:pt x="333397" y="12657"/>
                </a:lnTo>
                <a:lnTo>
                  <a:pt x="379892" y="17714"/>
                </a:lnTo>
                <a:lnTo>
                  <a:pt x="427130" y="23537"/>
                </a:lnTo>
                <a:lnTo>
                  <a:pt x="473621" y="29955"/>
                </a:lnTo>
                <a:lnTo>
                  <a:pt x="519900" y="37025"/>
                </a:lnTo>
                <a:lnTo>
                  <a:pt x="565964" y="44740"/>
                </a:lnTo>
                <a:lnTo>
                  <a:pt x="611807" y="53096"/>
                </a:lnTo>
                <a:lnTo>
                  <a:pt x="657424" y="62089"/>
                </a:lnTo>
                <a:lnTo>
                  <a:pt x="702811" y="71713"/>
                </a:lnTo>
                <a:lnTo>
                  <a:pt x="747964" y="81964"/>
                </a:lnTo>
                <a:lnTo>
                  <a:pt x="792876" y="92836"/>
                </a:lnTo>
                <a:lnTo>
                  <a:pt x="837544" y="104326"/>
                </a:lnTo>
                <a:lnTo>
                  <a:pt x="881962" y="116428"/>
                </a:lnTo>
                <a:lnTo>
                  <a:pt x="926126" y="129138"/>
                </a:lnTo>
                <a:lnTo>
                  <a:pt x="970031" y="142451"/>
                </a:lnTo>
                <a:lnTo>
                  <a:pt x="1013673" y="156362"/>
                </a:lnTo>
                <a:lnTo>
                  <a:pt x="1057046" y="170866"/>
                </a:lnTo>
                <a:lnTo>
                  <a:pt x="1100146" y="185958"/>
                </a:lnTo>
                <a:lnTo>
                  <a:pt x="1142968" y="201635"/>
                </a:lnTo>
                <a:lnTo>
                  <a:pt x="1185507" y="217890"/>
                </a:lnTo>
                <a:lnTo>
                  <a:pt x="1227758" y="234719"/>
                </a:lnTo>
                <a:lnTo>
                  <a:pt x="1269717" y="252118"/>
                </a:lnTo>
                <a:lnTo>
                  <a:pt x="1311379" y="270082"/>
                </a:lnTo>
                <a:lnTo>
                  <a:pt x="1352739" y="288605"/>
                </a:lnTo>
                <a:lnTo>
                  <a:pt x="1393792" y="307683"/>
                </a:lnTo>
                <a:lnTo>
                  <a:pt x="1434534" y="327312"/>
                </a:lnTo>
                <a:lnTo>
                  <a:pt x="1474960" y="347486"/>
                </a:lnTo>
                <a:lnTo>
                  <a:pt x="1515064" y="368201"/>
                </a:lnTo>
                <a:lnTo>
                  <a:pt x="1554843" y="389452"/>
                </a:lnTo>
                <a:lnTo>
                  <a:pt x="1594291" y="411234"/>
                </a:lnTo>
                <a:lnTo>
                  <a:pt x="1633404" y="433543"/>
                </a:lnTo>
                <a:lnTo>
                  <a:pt x="1672177" y="456373"/>
                </a:lnTo>
                <a:lnTo>
                  <a:pt x="1710605" y="479720"/>
                </a:lnTo>
                <a:lnTo>
                  <a:pt x="1748683" y="503579"/>
                </a:lnTo>
                <a:lnTo>
                  <a:pt x="1786407" y="527945"/>
                </a:lnTo>
                <a:lnTo>
                  <a:pt x="1823771" y="552814"/>
                </a:lnTo>
                <a:lnTo>
                  <a:pt x="1860772" y="578181"/>
                </a:lnTo>
                <a:lnTo>
                  <a:pt x="1897403" y="604040"/>
                </a:lnTo>
                <a:lnTo>
                  <a:pt x="1933662" y="630388"/>
                </a:lnTo>
                <a:lnTo>
                  <a:pt x="1969541" y="657220"/>
                </a:lnTo>
                <a:lnTo>
                  <a:pt x="2005038" y="684530"/>
                </a:lnTo>
                <a:lnTo>
                  <a:pt x="2040147" y="712313"/>
                </a:lnTo>
                <a:lnTo>
                  <a:pt x="2074863" y="740566"/>
                </a:lnTo>
                <a:lnTo>
                  <a:pt x="2109182" y="769283"/>
                </a:lnTo>
                <a:lnTo>
                  <a:pt x="2143098" y="798460"/>
                </a:lnTo>
                <a:lnTo>
                  <a:pt x="2176607" y="828092"/>
                </a:lnTo>
                <a:lnTo>
                  <a:pt x="2209705" y="858173"/>
                </a:lnTo>
                <a:lnTo>
                  <a:pt x="2242386" y="888700"/>
                </a:lnTo>
                <a:lnTo>
                  <a:pt x="2274646" y="919667"/>
                </a:lnTo>
                <a:lnTo>
                  <a:pt x="2306480" y="951070"/>
                </a:lnTo>
                <a:lnTo>
                  <a:pt x="2337882" y="982903"/>
                </a:lnTo>
                <a:lnTo>
                  <a:pt x="2368850" y="1015163"/>
                </a:lnTo>
                <a:lnTo>
                  <a:pt x="2399376" y="1047844"/>
                </a:lnTo>
                <a:lnTo>
                  <a:pt x="2429458" y="1080942"/>
                </a:lnTo>
                <a:lnTo>
                  <a:pt x="2459089" y="1114451"/>
                </a:lnTo>
                <a:lnTo>
                  <a:pt x="2488266" y="1148368"/>
                </a:lnTo>
                <a:lnTo>
                  <a:pt x="2516983" y="1182687"/>
                </a:lnTo>
                <a:lnTo>
                  <a:pt x="2545236" y="1217403"/>
                </a:lnTo>
                <a:lnTo>
                  <a:pt x="2573020" y="1252511"/>
                </a:lnTo>
                <a:lnTo>
                  <a:pt x="2600330" y="1288008"/>
                </a:lnTo>
                <a:lnTo>
                  <a:pt x="2627161" y="1323888"/>
                </a:lnTo>
                <a:lnTo>
                  <a:pt x="2653509" y="1360146"/>
                </a:lnTo>
                <a:lnTo>
                  <a:pt x="2679369" y="1396778"/>
                </a:lnTo>
                <a:lnTo>
                  <a:pt x="2704735" y="1433778"/>
                </a:lnTo>
                <a:lnTo>
                  <a:pt x="2729604" y="1471143"/>
                </a:lnTo>
                <a:lnTo>
                  <a:pt x="2753971" y="1508866"/>
                </a:lnTo>
                <a:lnTo>
                  <a:pt x="2777830" y="1546945"/>
                </a:lnTo>
                <a:lnTo>
                  <a:pt x="2801177" y="1585372"/>
                </a:lnTo>
                <a:lnTo>
                  <a:pt x="2824007" y="1624145"/>
                </a:lnTo>
                <a:lnTo>
                  <a:pt x="2846315" y="1663258"/>
                </a:lnTo>
                <a:lnTo>
                  <a:pt x="2868097" y="1702706"/>
                </a:lnTo>
                <a:lnTo>
                  <a:pt x="2889348" y="1742485"/>
                </a:lnTo>
                <a:lnTo>
                  <a:pt x="2910063" y="1782590"/>
                </a:lnTo>
                <a:lnTo>
                  <a:pt x="2930237" y="1823015"/>
                </a:lnTo>
                <a:lnTo>
                  <a:pt x="2949866" y="1863757"/>
                </a:lnTo>
                <a:lnTo>
                  <a:pt x="2968944" y="1904810"/>
                </a:lnTo>
                <a:lnTo>
                  <a:pt x="2987468" y="1946170"/>
                </a:lnTo>
                <a:lnTo>
                  <a:pt x="3005431" y="1987832"/>
                </a:lnTo>
                <a:lnTo>
                  <a:pt x="3022830" y="2029791"/>
                </a:lnTo>
                <a:lnTo>
                  <a:pt x="3039660" y="2072043"/>
                </a:lnTo>
                <a:lnTo>
                  <a:pt x="3055915" y="2114582"/>
                </a:lnTo>
                <a:lnTo>
                  <a:pt x="3071591" y="2157404"/>
                </a:lnTo>
                <a:lnTo>
                  <a:pt x="3086684" y="2200503"/>
                </a:lnTo>
                <a:lnTo>
                  <a:pt x="3101188" y="2243877"/>
                </a:lnTo>
                <a:lnTo>
                  <a:pt x="3115098" y="2287518"/>
                </a:lnTo>
                <a:lnTo>
                  <a:pt x="3128411" y="2331423"/>
                </a:lnTo>
                <a:lnTo>
                  <a:pt x="3141121" y="2375588"/>
                </a:lnTo>
                <a:lnTo>
                  <a:pt x="3153223" y="2420006"/>
                </a:lnTo>
                <a:lnTo>
                  <a:pt x="3164713" y="2464674"/>
                </a:lnTo>
                <a:lnTo>
                  <a:pt x="3175586" y="2509586"/>
                </a:lnTo>
                <a:lnTo>
                  <a:pt x="3185837" y="2554738"/>
                </a:lnTo>
                <a:lnTo>
                  <a:pt x="3195461" y="2600125"/>
                </a:lnTo>
                <a:lnTo>
                  <a:pt x="3204453" y="2645743"/>
                </a:lnTo>
                <a:lnTo>
                  <a:pt x="3212809" y="2691586"/>
                </a:lnTo>
                <a:lnTo>
                  <a:pt x="3220525" y="2737649"/>
                </a:lnTo>
                <a:lnTo>
                  <a:pt x="3227594" y="2783929"/>
                </a:lnTo>
                <a:lnTo>
                  <a:pt x="3234013" y="2830419"/>
                </a:lnTo>
                <a:lnTo>
                  <a:pt x="3239776" y="2877117"/>
                </a:lnTo>
                <a:lnTo>
                  <a:pt x="3244879" y="2924015"/>
                </a:lnTo>
                <a:lnTo>
                  <a:pt x="3249318" y="2971111"/>
                </a:lnTo>
                <a:lnTo>
                  <a:pt x="3253086" y="3018398"/>
                </a:lnTo>
                <a:lnTo>
                  <a:pt x="3256180" y="3065873"/>
                </a:lnTo>
                <a:lnTo>
                  <a:pt x="3257550" y="3092897"/>
                </a:lnTo>
                <a:close/>
              </a:path>
            </a:pathLst>
          </a:custGeom>
          <a:solidFill>
            <a:srgbClr val="FFB4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030450" y="-1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0" y="164644"/>
                </a:moveTo>
                <a:lnTo>
                  <a:pt x="0" y="0"/>
                </a:lnTo>
                <a:lnTo>
                  <a:pt x="971043" y="0"/>
                </a:lnTo>
                <a:lnTo>
                  <a:pt x="971546" y="48408"/>
                </a:lnTo>
                <a:lnTo>
                  <a:pt x="973051" y="96574"/>
                </a:lnTo>
                <a:lnTo>
                  <a:pt x="975546" y="144485"/>
                </a:lnTo>
                <a:lnTo>
                  <a:pt x="979021" y="192134"/>
                </a:lnTo>
                <a:lnTo>
                  <a:pt x="983468" y="239508"/>
                </a:lnTo>
                <a:lnTo>
                  <a:pt x="988876" y="286599"/>
                </a:lnTo>
                <a:lnTo>
                  <a:pt x="995234" y="333397"/>
                </a:lnTo>
                <a:lnTo>
                  <a:pt x="1002533" y="379892"/>
                </a:lnTo>
                <a:lnTo>
                  <a:pt x="1010763" y="426073"/>
                </a:lnTo>
                <a:lnTo>
                  <a:pt x="1019915" y="471931"/>
                </a:lnTo>
                <a:lnTo>
                  <a:pt x="1029977" y="517455"/>
                </a:lnTo>
                <a:lnTo>
                  <a:pt x="1040940" y="562637"/>
                </a:lnTo>
                <a:lnTo>
                  <a:pt x="1052795" y="607465"/>
                </a:lnTo>
                <a:lnTo>
                  <a:pt x="1065530" y="651930"/>
                </a:lnTo>
                <a:lnTo>
                  <a:pt x="1079137" y="696022"/>
                </a:lnTo>
                <a:lnTo>
                  <a:pt x="1093605" y="739730"/>
                </a:lnTo>
                <a:lnTo>
                  <a:pt x="1108924" y="783046"/>
                </a:lnTo>
                <a:lnTo>
                  <a:pt x="1125085" y="825959"/>
                </a:lnTo>
                <a:lnTo>
                  <a:pt x="1142077" y="868459"/>
                </a:lnTo>
                <a:lnTo>
                  <a:pt x="1159890" y="910536"/>
                </a:lnTo>
                <a:lnTo>
                  <a:pt x="1178515" y="952180"/>
                </a:lnTo>
                <a:lnTo>
                  <a:pt x="1197941" y="993381"/>
                </a:lnTo>
                <a:lnTo>
                  <a:pt x="1218158" y="1034130"/>
                </a:lnTo>
                <a:lnTo>
                  <a:pt x="1239157" y="1074415"/>
                </a:lnTo>
                <a:lnTo>
                  <a:pt x="1260928" y="1114228"/>
                </a:lnTo>
                <a:lnTo>
                  <a:pt x="1283460" y="1153558"/>
                </a:lnTo>
                <a:lnTo>
                  <a:pt x="1306744" y="1192396"/>
                </a:lnTo>
                <a:lnTo>
                  <a:pt x="1330770" y="1230731"/>
                </a:lnTo>
                <a:lnTo>
                  <a:pt x="1355527" y="1268553"/>
                </a:lnTo>
                <a:lnTo>
                  <a:pt x="1381007" y="1305853"/>
                </a:lnTo>
                <a:lnTo>
                  <a:pt x="1407198" y="1342621"/>
                </a:lnTo>
                <a:lnTo>
                  <a:pt x="1434090" y="1378846"/>
                </a:lnTo>
                <a:lnTo>
                  <a:pt x="1461675" y="1414518"/>
                </a:lnTo>
                <a:lnTo>
                  <a:pt x="1489942" y="1449629"/>
                </a:lnTo>
                <a:lnTo>
                  <a:pt x="1518880" y="1484166"/>
                </a:lnTo>
                <a:lnTo>
                  <a:pt x="1548481" y="1518122"/>
                </a:lnTo>
                <a:lnTo>
                  <a:pt x="1578733" y="1551485"/>
                </a:lnTo>
                <a:lnTo>
                  <a:pt x="1609628" y="1584246"/>
                </a:lnTo>
                <a:lnTo>
                  <a:pt x="1641155" y="1616395"/>
                </a:lnTo>
                <a:lnTo>
                  <a:pt x="1673303" y="1647922"/>
                </a:lnTo>
                <a:lnTo>
                  <a:pt x="1706064" y="1678816"/>
                </a:lnTo>
                <a:lnTo>
                  <a:pt x="1739428" y="1709069"/>
                </a:lnTo>
                <a:lnTo>
                  <a:pt x="1773383" y="1738670"/>
                </a:lnTo>
                <a:lnTo>
                  <a:pt x="1807921" y="1767608"/>
                </a:lnTo>
                <a:lnTo>
                  <a:pt x="1843031" y="1795875"/>
                </a:lnTo>
                <a:lnTo>
                  <a:pt x="1878704" y="1823459"/>
                </a:lnTo>
                <a:lnTo>
                  <a:pt x="1914929" y="1850352"/>
                </a:lnTo>
                <a:lnTo>
                  <a:pt x="1951696" y="1876543"/>
                </a:lnTo>
                <a:lnTo>
                  <a:pt x="1988996" y="1902022"/>
                </a:lnTo>
                <a:lnTo>
                  <a:pt x="2026819" y="1926780"/>
                </a:lnTo>
                <a:lnTo>
                  <a:pt x="2065154" y="1950805"/>
                </a:lnTo>
                <a:lnTo>
                  <a:pt x="2103991" y="1974089"/>
                </a:lnTo>
                <a:lnTo>
                  <a:pt x="2143321" y="1996621"/>
                </a:lnTo>
                <a:lnTo>
                  <a:pt x="2183134" y="2018392"/>
                </a:lnTo>
                <a:lnTo>
                  <a:pt x="2223420" y="2039391"/>
                </a:lnTo>
                <a:lnTo>
                  <a:pt x="2264169" y="2059609"/>
                </a:lnTo>
                <a:lnTo>
                  <a:pt x="2305370" y="2079035"/>
                </a:lnTo>
                <a:lnTo>
                  <a:pt x="2347014" y="2097660"/>
                </a:lnTo>
                <a:lnTo>
                  <a:pt x="2389091" y="2115473"/>
                </a:lnTo>
                <a:lnTo>
                  <a:pt x="2431591" y="2132465"/>
                </a:lnTo>
                <a:lnTo>
                  <a:pt x="2474503" y="2148625"/>
                </a:lnTo>
                <a:lnTo>
                  <a:pt x="2517819" y="2163945"/>
                </a:lnTo>
                <a:lnTo>
                  <a:pt x="2561528" y="2178413"/>
                </a:lnTo>
                <a:lnTo>
                  <a:pt x="2605620" y="2192019"/>
                </a:lnTo>
                <a:lnTo>
                  <a:pt x="2650085" y="2204755"/>
                </a:lnTo>
                <a:lnTo>
                  <a:pt x="2694913" y="2216609"/>
                </a:lnTo>
                <a:lnTo>
                  <a:pt x="2740094" y="2227573"/>
                </a:lnTo>
                <a:lnTo>
                  <a:pt x="2785619" y="2237635"/>
                </a:lnTo>
                <a:lnTo>
                  <a:pt x="2831477" y="2246786"/>
                </a:lnTo>
                <a:lnTo>
                  <a:pt x="2877117" y="2254920"/>
                </a:lnTo>
                <a:lnTo>
                  <a:pt x="2924015" y="2262294"/>
                </a:lnTo>
                <a:lnTo>
                  <a:pt x="2970950" y="2268674"/>
                </a:lnTo>
                <a:lnTo>
                  <a:pt x="3018041" y="2274082"/>
                </a:lnTo>
                <a:lnTo>
                  <a:pt x="3065416" y="2278528"/>
                </a:lnTo>
                <a:lnTo>
                  <a:pt x="3113064" y="2282004"/>
                </a:lnTo>
                <a:lnTo>
                  <a:pt x="3160976" y="2284499"/>
                </a:lnTo>
                <a:lnTo>
                  <a:pt x="3209141" y="2286003"/>
                </a:lnTo>
                <a:lnTo>
                  <a:pt x="3257550" y="2286507"/>
                </a:lnTo>
                <a:lnTo>
                  <a:pt x="3257550" y="3257550"/>
                </a:lnTo>
                <a:lnTo>
                  <a:pt x="3092897" y="3257550"/>
                </a:lnTo>
                <a:lnTo>
                  <a:pt x="3065873" y="3256180"/>
                </a:lnTo>
                <a:lnTo>
                  <a:pt x="3018399" y="3253086"/>
                </a:lnTo>
                <a:lnTo>
                  <a:pt x="2971111" y="3249318"/>
                </a:lnTo>
                <a:lnTo>
                  <a:pt x="2924152" y="3244892"/>
                </a:lnTo>
                <a:lnTo>
                  <a:pt x="2877658" y="3239835"/>
                </a:lnTo>
                <a:lnTo>
                  <a:pt x="2830420" y="3234013"/>
                </a:lnTo>
                <a:lnTo>
                  <a:pt x="2783929" y="3227594"/>
                </a:lnTo>
                <a:lnTo>
                  <a:pt x="2737649" y="3220525"/>
                </a:lnTo>
                <a:lnTo>
                  <a:pt x="2691586" y="3212809"/>
                </a:lnTo>
                <a:lnTo>
                  <a:pt x="2645743" y="3204453"/>
                </a:lnTo>
                <a:lnTo>
                  <a:pt x="2600125" y="3195461"/>
                </a:lnTo>
                <a:lnTo>
                  <a:pt x="2554738" y="3185837"/>
                </a:lnTo>
                <a:lnTo>
                  <a:pt x="2509586" y="3175586"/>
                </a:lnTo>
                <a:lnTo>
                  <a:pt x="2464674" y="3164713"/>
                </a:lnTo>
                <a:lnTo>
                  <a:pt x="2420006" y="3153223"/>
                </a:lnTo>
                <a:lnTo>
                  <a:pt x="2375588" y="3141121"/>
                </a:lnTo>
                <a:lnTo>
                  <a:pt x="2331424" y="3128411"/>
                </a:lnTo>
                <a:lnTo>
                  <a:pt x="2287518" y="3115098"/>
                </a:lnTo>
                <a:lnTo>
                  <a:pt x="2243877" y="3101188"/>
                </a:lnTo>
                <a:lnTo>
                  <a:pt x="2200504" y="3086684"/>
                </a:lnTo>
                <a:lnTo>
                  <a:pt x="2157404" y="3071591"/>
                </a:lnTo>
                <a:lnTo>
                  <a:pt x="2114582" y="3055915"/>
                </a:lnTo>
                <a:lnTo>
                  <a:pt x="2072043" y="3039660"/>
                </a:lnTo>
                <a:lnTo>
                  <a:pt x="2029792" y="3022830"/>
                </a:lnTo>
                <a:lnTo>
                  <a:pt x="1987832" y="3005431"/>
                </a:lnTo>
                <a:lnTo>
                  <a:pt x="1946171" y="2987468"/>
                </a:lnTo>
                <a:lnTo>
                  <a:pt x="1904811" y="2968944"/>
                </a:lnTo>
                <a:lnTo>
                  <a:pt x="1863757" y="2949866"/>
                </a:lnTo>
                <a:lnTo>
                  <a:pt x="1823015" y="2930237"/>
                </a:lnTo>
                <a:lnTo>
                  <a:pt x="1782590" y="2910063"/>
                </a:lnTo>
                <a:lnTo>
                  <a:pt x="1742485" y="2889348"/>
                </a:lnTo>
                <a:lnTo>
                  <a:pt x="1702706" y="2868097"/>
                </a:lnTo>
                <a:lnTo>
                  <a:pt x="1663258" y="2846315"/>
                </a:lnTo>
                <a:lnTo>
                  <a:pt x="1624145" y="2824007"/>
                </a:lnTo>
                <a:lnTo>
                  <a:pt x="1585373" y="2801177"/>
                </a:lnTo>
                <a:lnTo>
                  <a:pt x="1546945" y="2777830"/>
                </a:lnTo>
                <a:lnTo>
                  <a:pt x="1508867" y="2753971"/>
                </a:lnTo>
                <a:lnTo>
                  <a:pt x="1471143" y="2729604"/>
                </a:lnTo>
                <a:lnTo>
                  <a:pt x="1433778" y="2704735"/>
                </a:lnTo>
                <a:lnTo>
                  <a:pt x="1396778" y="2679369"/>
                </a:lnTo>
                <a:lnTo>
                  <a:pt x="1360146" y="2653509"/>
                </a:lnTo>
                <a:lnTo>
                  <a:pt x="1323888" y="2627161"/>
                </a:lnTo>
                <a:lnTo>
                  <a:pt x="1288008" y="2600330"/>
                </a:lnTo>
                <a:lnTo>
                  <a:pt x="1252512" y="2573020"/>
                </a:lnTo>
                <a:lnTo>
                  <a:pt x="1217403" y="2545236"/>
                </a:lnTo>
                <a:lnTo>
                  <a:pt x="1182687" y="2516983"/>
                </a:lnTo>
                <a:lnTo>
                  <a:pt x="1148368" y="2488266"/>
                </a:lnTo>
                <a:lnTo>
                  <a:pt x="1114452" y="2459089"/>
                </a:lnTo>
                <a:lnTo>
                  <a:pt x="1080942" y="2429458"/>
                </a:lnTo>
                <a:lnTo>
                  <a:pt x="1047845" y="2399376"/>
                </a:lnTo>
                <a:lnTo>
                  <a:pt x="1015163" y="2368850"/>
                </a:lnTo>
                <a:lnTo>
                  <a:pt x="982904" y="2337882"/>
                </a:lnTo>
                <a:lnTo>
                  <a:pt x="951070" y="2306480"/>
                </a:lnTo>
                <a:lnTo>
                  <a:pt x="919667" y="2274646"/>
                </a:lnTo>
                <a:lnTo>
                  <a:pt x="888700" y="2242386"/>
                </a:lnTo>
                <a:lnTo>
                  <a:pt x="858173" y="2209705"/>
                </a:lnTo>
                <a:lnTo>
                  <a:pt x="828092" y="2176607"/>
                </a:lnTo>
                <a:lnTo>
                  <a:pt x="798460" y="2143098"/>
                </a:lnTo>
                <a:lnTo>
                  <a:pt x="769284" y="2109182"/>
                </a:lnTo>
                <a:lnTo>
                  <a:pt x="740566" y="2074863"/>
                </a:lnTo>
                <a:lnTo>
                  <a:pt x="712314" y="2040147"/>
                </a:lnTo>
                <a:lnTo>
                  <a:pt x="684530" y="2005038"/>
                </a:lnTo>
                <a:lnTo>
                  <a:pt x="657220" y="1969541"/>
                </a:lnTo>
                <a:lnTo>
                  <a:pt x="630389" y="1933662"/>
                </a:lnTo>
                <a:lnTo>
                  <a:pt x="604041" y="1897403"/>
                </a:lnTo>
                <a:lnTo>
                  <a:pt x="578181" y="1860772"/>
                </a:lnTo>
                <a:lnTo>
                  <a:pt x="552814" y="1823771"/>
                </a:lnTo>
                <a:lnTo>
                  <a:pt x="527945" y="1786407"/>
                </a:lnTo>
                <a:lnTo>
                  <a:pt x="503579" y="1748683"/>
                </a:lnTo>
                <a:lnTo>
                  <a:pt x="479720" y="1710605"/>
                </a:lnTo>
                <a:lnTo>
                  <a:pt x="456373" y="1672177"/>
                </a:lnTo>
                <a:lnTo>
                  <a:pt x="433543" y="1633404"/>
                </a:lnTo>
                <a:lnTo>
                  <a:pt x="411234" y="1594291"/>
                </a:lnTo>
                <a:lnTo>
                  <a:pt x="389452" y="1554843"/>
                </a:lnTo>
                <a:lnTo>
                  <a:pt x="368201" y="1515064"/>
                </a:lnTo>
                <a:lnTo>
                  <a:pt x="347486" y="1474960"/>
                </a:lnTo>
                <a:lnTo>
                  <a:pt x="327312" y="1434534"/>
                </a:lnTo>
                <a:lnTo>
                  <a:pt x="307684" y="1393792"/>
                </a:lnTo>
                <a:lnTo>
                  <a:pt x="288605" y="1352739"/>
                </a:lnTo>
                <a:lnTo>
                  <a:pt x="270082" y="1311379"/>
                </a:lnTo>
                <a:lnTo>
                  <a:pt x="252118" y="1269717"/>
                </a:lnTo>
                <a:lnTo>
                  <a:pt x="234720" y="1227758"/>
                </a:lnTo>
                <a:lnTo>
                  <a:pt x="217890" y="1185507"/>
                </a:lnTo>
                <a:lnTo>
                  <a:pt x="201635" y="1142968"/>
                </a:lnTo>
                <a:lnTo>
                  <a:pt x="185959" y="1100146"/>
                </a:lnTo>
                <a:lnTo>
                  <a:pt x="170866" y="1057046"/>
                </a:lnTo>
                <a:lnTo>
                  <a:pt x="156362" y="1013673"/>
                </a:lnTo>
                <a:lnTo>
                  <a:pt x="142451" y="970031"/>
                </a:lnTo>
                <a:lnTo>
                  <a:pt x="129138" y="926126"/>
                </a:lnTo>
                <a:lnTo>
                  <a:pt x="116429" y="881962"/>
                </a:lnTo>
                <a:lnTo>
                  <a:pt x="104326" y="837544"/>
                </a:lnTo>
                <a:lnTo>
                  <a:pt x="92836" y="792876"/>
                </a:lnTo>
                <a:lnTo>
                  <a:pt x="81964" y="747964"/>
                </a:lnTo>
                <a:lnTo>
                  <a:pt x="71713" y="702811"/>
                </a:lnTo>
                <a:lnTo>
                  <a:pt x="62089" y="657424"/>
                </a:lnTo>
                <a:lnTo>
                  <a:pt x="53096" y="611807"/>
                </a:lnTo>
                <a:lnTo>
                  <a:pt x="44740" y="565964"/>
                </a:lnTo>
                <a:lnTo>
                  <a:pt x="37025" y="519900"/>
                </a:lnTo>
                <a:lnTo>
                  <a:pt x="29956" y="473621"/>
                </a:lnTo>
                <a:lnTo>
                  <a:pt x="23537" y="427130"/>
                </a:lnTo>
                <a:lnTo>
                  <a:pt x="17773" y="380433"/>
                </a:lnTo>
                <a:lnTo>
                  <a:pt x="12670" y="333534"/>
                </a:lnTo>
                <a:lnTo>
                  <a:pt x="8232" y="286439"/>
                </a:lnTo>
                <a:lnTo>
                  <a:pt x="4463" y="239151"/>
                </a:lnTo>
                <a:lnTo>
                  <a:pt x="1369" y="191676"/>
                </a:lnTo>
                <a:lnTo>
                  <a:pt x="0" y="164644"/>
                </a:lnTo>
                <a:close/>
              </a:path>
            </a:pathLst>
          </a:custGeom>
          <a:solidFill>
            <a:srgbClr val="A1B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82788" y="397087"/>
            <a:ext cx="2003425" cy="2003425"/>
            <a:chOff x="282788" y="397087"/>
            <a:chExt cx="2003425" cy="2003425"/>
          </a:xfrm>
        </p:grpSpPr>
        <p:sp>
          <p:nvSpPr>
            <p:cNvPr id="5" name="object 5"/>
            <p:cNvSpPr/>
            <p:nvPr/>
          </p:nvSpPr>
          <p:spPr>
            <a:xfrm>
              <a:off x="282788" y="397087"/>
              <a:ext cx="2003425" cy="2003425"/>
            </a:xfrm>
            <a:custGeom>
              <a:avLst/>
              <a:gdLst/>
              <a:ahLst/>
              <a:cxnLst/>
              <a:rect l="l" t="t" r="r" b="b"/>
              <a:pathLst>
                <a:path w="2003425" h="2003425">
                  <a:moveTo>
                    <a:pt x="1001693" y="2003386"/>
                  </a:moveTo>
                  <a:lnTo>
                    <a:pt x="953160" y="2002231"/>
                  </a:lnTo>
                  <a:lnTo>
                    <a:pt x="905223" y="1998800"/>
                  </a:lnTo>
                  <a:lnTo>
                    <a:pt x="857934" y="1993147"/>
                  </a:lnTo>
                  <a:lnTo>
                    <a:pt x="811347" y="1985324"/>
                  </a:lnTo>
                  <a:lnTo>
                    <a:pt x="765514" y="1975382"/>
                  </a:lnTo>
                  <a:lnTo>
                    <a:pt x="720486" y="1963376"/>
                  </a:lnTo>
                  <a:lnTo>
                    <a:pt x="676317" y="1949356"/>
                  </a:lnTo>
                  <a:lnTo>
                    <a:pt x="633059" y="1933376"/>
                  </a:lnTo>
                  <a:lnTo>
                    <a:pt x="590764" y="1915489"/>
                  </a:lnTo>
                  <a:lnTo>
                    <a:pt x="549486" y="1895745"/>
                  </a:lnTo>
                  <a:lnTo>
                    <a:pt x="509275" y="1874199"/>
                  </a:lnTo>
                  <a:lnTo>
                    <a:pt x="470186" y="1850902"/>
                  </a:lnTo>
                  <a:lnTo>
                    <a:pt x="432270" y="1825907"/>
                  </a:lnTo>
                  <a:lnTo>
                    <a:pt x="395579" y="1799267"/>
                  </a:lnTo>
                  <a:lnTo>
                    <a:pt x="360167" y="1771033"/>
                  </a:lnTo>
                  <a:lnTo>
                    <a:pt x="326086" y="1741259"/>
                  </a:lnTo>
                  <a:lnTo>
                    <a:pt x="293388" y="1709997"/>
                  </a:lnTo>
                  <a:lnTo>
                    <a:pt x="262126" y="1677299"/>
                  </a:lnTo>
                  <a:lnTo>
                    <a:pt x="232352" y="1643217"/>
                  </a:lnTo>
                  <a:lnTo>
                    <a:pt x="204118" y="1607805"/>
                  </a:lnTo>
                  <a:lnTo>
                    <a:pt x="177478" y="1571115"/>
                  </a:lnTo>
                  <a:lnTo>
                    <a:pt x="152483" y="1533199"/>
                  </a:lnTo>
                  <a:lnTo>
                    <a:pt x="129186" y="1494110"/>
                  </a:lnTo>
                  <a:lnTo>
                    <a:pt x="107640" y="1453900"/>
                  </a:lnTo>
                  <a:lnTo>
                    <a:pt x="87896" y="1412621"/>
                  </a:lnTo>
                  <a:lnTo>
                    <a:pt x="70009" y="1370326"/>
                  </a:lnTo>
                  <a:lnTo>
                    <a:pt x="54029" y="1327068"/>
                  </a:lnTo>
                  <a:lnTo>
                    <a:pt x="40009" y="1282899"/>
                  </a:lnTo>
                  <a:lnTo>
                    <a:pt x="28003" y="1237872"/>
                  </a:lnTo>
                  <a:lnTo>
                    <a:pt x="18061" y="1192039"/>
                  </a:lnTo>
                  <a:lnTo>
                    <a:pt x="10238" y="1145452"/>
                  </a:lnTo>
                  <a:lnTo>
                    <a:pt x="4585" y="1098164"/>
                  </a:lnTo>
                  <a:lnTo>
                    <a:pt x="1155" y="1050227"/>
                  </a:lnTo>
                  <a:lnTo>
                    <a:pt x="0" y="1001694"/>
                  </a:lnTo>
                  <a:lnTo>
                    <a:pt x="1155" y="953161"/>
                  </a:lnTo>
                  <a:lnTo>
                    <a:pt x="4585" y="905224"/>
                  </a:lnTo>
                  <a:lnTo>
                    <a:pt x="10238" y="857936"/>
                  </a:lnTo>
                  <a:lnTo>
                    <a:pt x="18061" y="811349"/>
                  </a:lnTo>
                  <a:lnTo>
                    <a:pt x="28003" y="765515"/>
                  </a:lnTo>
                  <a:lnTo>
                    <a:pt x="40009" y="720487"/>
                  </a:lnTo>
                  <a:lnTo>
                    <a:pt x="54029" y="676318"/>
                  </a:lnTo>
                  <a:lnTo>
                    <a:pt x="70009" y="633060"/>
                  </a:lnTo>
                  <a:lnTo>
                    <a:pt x="87896" y="590766"/>
                  </a:lnTo>
                  <a:lnTo>
                    <a:pt x="107640" y="549487"/>
                  </a:lnTo>
                  <a:lnTo>
                    <a:pt x="129186" y="509276"/>
                  </a:lnTo>
                  <a:lnTo>
                    <a:pt x="152483" y="470187"/>
                  </a:lnTo>
                  <a:lnTo>
                    <a:pt x="177478" y="432271"/>
                  </a:lnTo>
                  <a:lnTo>
                    <a:pt x="204118" y="395580"/>
                  </a:lnTo>
                  <a:lnTo>
                    <a:pt x="232352" y="360168"/>
                  </a:lnTo>
                  <a:lnTo>
                    <a:pt x="262126" y="326087"/>
                  </a:lnTo>
                  <a:lnTo>
                    <a:pt x="293388" y="293389"/>
                  </a:lnTo>
                  <a:lnTo>
                    <a:pt x="326086" y="262127"/>
                  </a:lnTo>
                  <a:lnTo>
                    <a:pt x="360167" y="232352"/>
                  </a:lnTo>
                  <a:lnTo>
                    <a:pt x="395579" y="204119"/>
                  </a:lnTo>
                  <a:lnTo>
                    <a:pt x="432270" y="177478"/>
                  </a:lnTo>
                  <a:lnTo>
                    <a:pt x="470186" y="152483"/>
                  </a:lnTo>
                  <a:lnTo>
                    <a:pt x="509275" y="129186"/>
                  </a:lnTo>
                  <a:lnTo>
                    <a:pt x="549486" y="107640"/>
                  </a:lnTo>
                  <a:lnTo>
                    <a:pt x="590764" y="87897"/>
                  </a:lnTo>
                  <a:lnTo>
                    <a:pt x="633059" y="70009"/>
                  </a:lnTo>
                  <a:lnTo>
                    <a:pt x="676317" y="54029"/>
                  </a:lnTo>
                  <a:lnTo>
                    <a:pt x="720486" y="40009"/>
                  </a:lnTo>
                  <a:lnTo>
                    <a:pt x="765514" y="28003"/>
                  </a:lnTo>
                  <a:lnTo>
                    <a:pt x="811347" y="18062"/>
                  </a:lnTo>
                  <a:lnTo>
                    <a:pt x="857934" y="10238"/>
                  </a:lnTo>
                  <a:lnTo>
                    <a:pt x="905223" y="4585"/>
                  </a:lnTo>
                  <a:lnTo>
                    <a:pt x="953160" y="1155"/>
                  </a:lnTo>
                  <a:lnTo>
                    <a:pt x="1001693" y="0"/>
                  </a:lnTo>
                  <a:lnTo>
                    <a:pt x="1050225" y="1155"/>
                  </a:lnTo>
                  <a:lnTo>
                    <a:pt x="1098162" y="4585"/>
                  </a:lnTo>
                  <a:lnTo>
                    <a:pt x="1145450" y="10238"/>
                  </a:lnTo>
                  <a:lnTo>
                    <a:pt x="1192037" y="18062"/>
                  </a:lnTo>
                  <a:lnTo>
                    <a:pt x="1237871" y="28003"/>
                  </a:lnTo>
                  <a:lnTo>
                    <a:pt x="1282898" y="40009"/>
                  </a:lnTo>
                  <a:lnTo>
                    <a:pt x="1327067" y="54029"/>
                  </a:lnTo>
                  <a:lnTo>
                    <a:pt x="1370325" y="70009"/>
                  </a:lnTo>
                  <a:lnTo>
                    <a:pt x="1412619" y="87897"/>
                  </a:lnTo>
                  <a:lnTo>
                    <a:pt x="1453898" y="107640"/>
                  </a:lnTo>
                  <a:lnTo>
                    <a:pt x="1494108" y="129186"/>
                  </a:lnTo>
                  <a:lnTo>
                    <a:pt x="1533198" y="152483"/>
                  </a:lnTo>
                  <a:lnTo>
                    <a:pt x="1571114" y="177478"/>
                  </a:lnTo>
                  <a:lnTo>
                    <a:pt x="1607804" y="204119"/>
                  </a:lnTo>
                  <a:lnTo>
                    <a:pt x="1643216" y="232352"/>
                  </a:lnTo>
                  <a:lnTo>
                    <a:pt x="1677297" y="262127"/>
                  </a:lnTo>
                  <a:lnTo>
                    <a:pt x="1709995" y="293389"/>
                  </a:lnTo>
                  <a:lnTo>
                    <a:pt x="1741258" y="326087"/>
                  </a:lnTo>
                  <a:lnTo>
                    <a:pt x="1771032" y="360168"/>
                  </a:lnTo>
                  <a:lnTo>
                    <a:pt x="1799265" y="395580"/>
                  </a:lnTo>
                  <a:lnTo>
                    <a:pt x="1825906" y="432271"/>
                  </a:lnTo>
                  <a:lnTo>
                    <a:pt x="1850901" y="470187"/>
                  </a:lnTo>
                  <a:lnTo>
                    <a:pt x="1874197" y="509276"/>
                  </a:lnTo>
                  <a:lnTo>
                    <a:pt x="1895744" y="549487"/>
                  </a:lnTo>
                  <a:lnTo>
                    <a:pt x="1915487" y="590766"/>
                  </a:lnTo>
                  <a:lnTo>
                    <a:pt x="1933375" y="633060"/>
                  </a:lnTo>
                  <a:lnTo>
                    <a:pt x="1949355" y="676318"/>
                  </a:lnTo>
                  <a:lnTo>
                    <a:pt x="1963374" y="720487"/>
                  </a:lnTo>
                  <a:lnTo>
                    <a:pt x="1975381" y="765515"/>
                  </a:lnTo>
                  <a:lnTo>
                    <a:pt x="1985322" y="811349"/>
                  </a:lnTo>
                  <a:lnTo>
                    <a:pt x="1993146" y="857936"/>
                  </a:lnTo>
                  <a:lnTo>
                    <a:pt x="1998799" y="905224"/>
                  </a:lnTo>
                  <a:lnTo>
                    <a:pt x="2002229" y="953161"/>
                  </a:lnTo>
                  <a:lnTo>
                    <a:pt x="2003384" y="1001694"/>
                  </a:lnTo>
                  <a:lnTo>
                    <a:pt x="2002229" y="1050227"/>
                  </a:lnTo>
                  <a:lnTo>
                    <a:pt x="1998799" y="1098164"/>
                  </a:lnTo>
                  <a:lnTo>
                    <a:pt x="1993146" y="1145452"/>
                  </a:lnTo>
                  <a:lnTo>
                    <a:pt x="1985322" y="1192039"/>
                  </a:lnTo>
                  <a:lnTo>
                    <a:pt x="1975381" y="1237872"/>
                  </a:lnTo>
                  <a:lnTo>
                    <a:pt x="1963374" y="1282899"/>
                  </a:lnTo>
                  <a:lnTo>
                    <a:pt x="1949355" y="1327068"/>
                  </a:lnTo>
                  <a:lnTo>
                    <a:pt x="1933375" y="1370326"/>
                  </a:lnTo>
                  <a:lnTo>
                    <a:pt x="1915487" y="1412621"/>
                  </a:lnTo>
                  <a:lnTo>
                    <a:pt x="1895744" y="1453900"/>
                  </a:lnTo>
                  <a:lnTo>
                    <a:pt x="1874197" y="1494110"/>
                  </a:lnTo>
                  <a:lnTo>
                    <a:pt x="1850901" y="1533199"/>
                  </a:lnTo>
                  <a:lnTo>
                    <a:pt x="1825906" y="1571115"/>
                  </a:lnTo>
                  <a:lnTo>
                    <a:pt x="1799265" y="1607805"/>
                  </a:lnTo>
                  <a:lnTo>
                    <a:pt x="1771032" y="1643217"/>
                  </a:lnTo>
                  <a:lnTo>
                    <a:pt x="1741258" y="1677299"/>
                  </a:lnTo>
                  <a:lnTo>
                    <a:pt x="1709995" y="1709997"/>
                  </a:lnTo>
                  <a:lnTo>
                    <a:pt x="1677297" y="1741259"/>
                  </a:lnTo>
                  <a:lnTo>
                    <a:pt x="1643216" y="1771033"/>
                  </a:lnTo>
                  <a:lnTo>
                    <a:pt x="1607804" y="1799267"/>
                  </a:lnTo>
                  <a:lnTo>
                    <a:pt x="1571114" y="1825907"/>
                  </a:lnTo>
                  <a:lnTo>
                    <a:pt x="1533198" y="1850902"/>
                  </a:lnTo>
                  <a:lnTo>
                    <a:pt x="1494108" y="1874199"/>
                  </a:lnTo>
                  <a:lnTo>
                    <a:pt x="1453898" y="1895745"/>
                  </a:lnTo>
                  <a:lnTo>
                    <a:pt x="1412619" y="1915489"/>
                  </a:lnTo>
                  <a:lnTo>
                    <a:pt x="1370325" y="1933376"/>
                  </a:lnTo>
                  <a:lnTo>
                    <a:pt x="1327067" y="1949356"/>
                  </a:lnTo>
                  <a:lnTo>
                    <a:pt x="1282898" y="1963376"/>
                  </a:lnTo>
                  <a:lnTo>
                    <a:pt x="1237871" y="1975382"/>
                  </a:lnTo>
                  <a:lnTo>
                    <a:pt x="1192037" y="1985324"/>
                  </a:lnTo>
                  <a:lnTo>
                    <a:pt x="1145450" y="1993147"/>
                  </a:lnTo>
                  <a:lnTo>
                    <a:pt x="1098162" y="1998800"/>
                  </a:lnTo>
                  <a:lnTo>
                    <a:pt x="1050225" y="2002231"/>
                  </a:lnTo>
                  <a:lnTo>
                    <a:pt x="1001693" y="2003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750" y="551986"/>
              <a:ext cx="1695385" cy="169538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171498" y="1051209"/>
            <a:ext cx="8630101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1" spc="265" dirty="0" err="1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Anggota</a:t>
            </a:r>
            <a:r>
              <a:rPr sz="5000" b="1" spc="-245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lang="en-US" sz="5000" b="1" spc="105" dirty="0" err="1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K</a:t>
            </a:r>
            <a:r>
              <a:rPr sz="5000" b="1" spc="105" dirty="0" err="1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elompok</a:t>
            </a:r>
            <a:r>
              <a:rPr lang="en-US" sz="5000" b="1" spc="105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6 (TI 2B)</a:t>
            </a:r>
            <a:endParaRPr sz="5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54076" y="1007666"/>
            <a:ext cx="860848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01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71499" y="3086100"/>
            <a:ext cx="7543800" cy="36144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6430" algn="l">
              <a:lnSpc>
                <a:spcPct val="150000"/>
              </a:lnSpc>
              <a:spcBef>
                <a:spcPts val="100"/>
              </a:spcBef>
            </a:pPr>
            <a:r>
              <a:rPr sz="4000" spc="229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Sucipto</a:t>
            </a:r>
            <a:r>
              <a:rPr sz="4000" spc="-15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4000" spc="17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Abdullah</a:t>
            </a:r>
            <a:endParaRPr lang="en-ID" sz="4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  <a:p>
            <a:pPr marL="476250" marR="492125" indent="187960" algn="l">
              <a:lnSpc>
                <a:spcPct val="150000"/>
              </a:lnSpc>
            </a:pPr>
            <a:r>
              <a:rPr lang="en-ID" sz="4000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Firly</a:t>
            </a:r>
            <a:r>
              <a:rPr lang="en-ID" sz="4000" spc="-19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3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Alam</a:t>
            </a:r>
            <a:r>
              <a:rPr lang="en-ID" sz="4000" spc="-19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10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Sudrajat</a:t>
            </a:r>
            <a:endParaRPr lang="en-ID" sz="4000" spc="11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  <a:p>
            <a:pPr marL="476250" marR="492125" indent="187960" algn="l">
              <a:lnSpc>
                <a:spcPct val="150000"/>
              </a:lnSpc>
            </a:pPr>
            <a:r>
              <a:rPr lang="en-ID" sz="4000" spc="15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Anindita</a:t>
            </a:r>
            <a:r>
              <a:rPr lang="en-ID" sz="4000" spc="-16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35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Oktaviani</a:t>
            </a:r>
            <a:endParaRPr lang="en-ID" sz="4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  <a:p>
            <a:pPr marL="476250" marR="492125" indent="187960" algn="l">
              <a:lnSpc>
                <a:spcPct val="150000"/>
              </a:lnSpc>
            </a:pPr>
            <a:r>
              <a:rPr sz="4000" spc="185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Akrom'Mahtul</a:t>
            </a:r>
            <a:r>
              <a:rPr lang="en-US" sz="4000" spc="-16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4000" spc="19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Hidayah</a:t>
            </a:r>
            <a:endParaRPr sz="4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15299" y="3074302"/>
            <a:ext cx="3657600" cy="3652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4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(</a:t>
            </a:r>
            <a:r>
              <a:rPr sz="4000" spc="-15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4000" spc="22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2403065</a:t>
            </a:r>
            <a:r>
              <a:rPr sz="4000" spc="-15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4000" spc="-5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)</a:t>
            </a:r>
            <a:endParaRPr lang="en-ID" sz="4000" spc="-5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4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(</a:t>
            </a:r>
            <a:r>
              <a:rPr sz="4000" spc="-14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4000" spc="204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2403064</a:t>
            </a:r>
            <a:r>
              <a:rPr sz="4000" spc="-14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4000" spc="-5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)</a:t>
            </a:r>
            <a:endParaRPr lang="en-US" sz="400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4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(</a:t>
            </a:r>
            <a:r>
              <a:rPr sz="4000" spc="-15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4000" spc="22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2403036</a:t>
            </a:r>
            <a:r>
              <a:rPr sz="4000" spc="-15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4000" spc="-5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)</a:t>
            </a:r>
            <a:endParaRPr lang="en-ID" sz="4000" spc="-5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4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(</a:t>
            </a:r>
            <a:r>
              <a:rPr sz="4000" spc="-15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4000" spc="22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2403039</a:t>
            </a:r>
            <a:r>
              <a:rPr sz="4000" spc="-15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4000" spc="-5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)</a:t>
            </a:r>
            <a:endParaRPr sz="4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7A232F-C394-7A15-7174-157C718442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76" y="9088683"/>
            <a:ext cx="646331" cy="6463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4E246C-9AD7-CC36-A710-076FBE44A0E3}"/>
              </a:ext>
            </a:extLst>
          </p:cNvPr>
          <p:cNvSpPr txBox="1"/>
          <p:nvPr/>
        </p:nvSpPr>
        <p:spPr>
          <a:xfrm>
            <a:off x="1628775" y="9088683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POLITEKNIK NEGERI INDRAMAYU</a:t>
            </a:r>
          </a:p>
          <a:p>
            <a:pPr algn="just"/>
            <a:r>
              <a:rPr lang="en-US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 TEKNIK INFORMATIKA</a:t>
            </a:r>
            <a:endParaRPr lang="en-ID" sz="1800" b="1" dirty="0">
              <a:solidFill>
                <a:srgbClr val="4529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9A221-9383-777C-8263-D277E16FC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D881E6-B18A-F086-6189-D5F0426EB192}"/>
              </a:ext>
            </a:extLst>
          </p:cNvPr>
          <p:cNvSpPr/>
          <p:nvPr/>
        </p:nvSpPr>
        <p:spPr>
          <a:xfrm>
            <a:off x="0" y="7029449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3257550" y="3092897"/>
                </a:moveTo>
                <a:lnTo>
                  <a:pt x="3257550" y="3257550"/>
                </a:lnTo>
                <a:lnTo>
                  <a:pt x="2286507" y="3257550"/>
                </a:lnTo>
                <a:lnTo>
                  <a:pt x="2286003" y="3209141"/>
                </a:lnTo>
                <a:lnTo>
                  <a:pt x="2284499" y="3160976"/>
                </a:lnTo>
                <a:lnTo>
                  <a:pt x="2282004" y="3113064"/>
                </a:lnTo>
                <a:lnTo>
                  <a:pt x="2278528" y="3065416"/>
                </a:lnTo>
                <a:lnTo>
                  <a:pt x="2274082" y="3018041"/>
                </a:lnTo>
                <a:lnTo>
                  <a:pt x="2268674" y="2970950"/>
                </a:lnTo>
                <a:lnTo>
                  <a:pt x="2262316" y="2924152"/>
                </a:lnTo>
                <a:lnTo>
                  <a:pt x="2255016" y="2877658"/>
                </a:lnTo>
                <a:lnTo>
                  <a:pt x="2246786" y="2831477"/>
                </a:lnTo>
                <a:lnTo>
                  <a:pt x="2237635" y="2785619"/>
                </a:lnTo>
                <a:lnTo>
                  <a:pt x="2227573" y="2740094"/>
                </a:lnTo>
                <a:lnTo>
                  <a:pt x="2216609" y="2694913"/>
                </a:lnTo>
                <a:lnTo>
                  <a:pt x="2204755" y="2650085"/>
                </a:lnTo>
                <a:lnTo>
                  <a:pt x="2192019" y="2605620"/>
                </a:lnTo>
                <a:lnTo>
                  <a:pt x="2178413" y="2561528"/>
                </a:lnTo>
                <a:lnTo>
                  <a:pt x="2163945" y="2517819"/>
                </a:lnTo>
                <a:lnTo>
                  <a:pt x="2148625" y="2474503"/>
                </a:lnTo>
                <a:lnTo>
                  <a:pt x="2132465" y="2431590"/>
                </a:lnTo>
                <a:lnTo>
                  <a:pt x="2115473" y="2389091"/>
                </a:lnTo>
                <a:lnTo>
                  <a:pt x="2097660" y="2347014"/>
                </a:lnTo>
                <a:lnTo>
                  <a:pt x="2079035" y="2305370"/>
                </a:lnTo>
                <a:lnTo>
                  <a:pt x="2059609" y="2264168"/>
                </a:lnTo>
                <a:lnTo>
                  <a:pt x="2039391" y="2223420"/>
                </a:lnTo>
                <a:lnTo>
                  <a:pt x="2018392" y="2183134"/>
                </a:lnTo>
                <a:lnTo>
                  <a:pt x="1996621" y="2143321"/>
                </a:lnTo>
                <a:lnTo>
                  <a:pt x="1974089" y="2103991"/>
                </a:lnTo>
                <a:lnTo>
                  <a:pt x="1950805" y="2065153"/>
                </a:lnTo>
                <a:lnTo>
                  <a:pt x="1926780" y="2026818"/>
                </a:lnTo>
                <a:lnTo>
                  <a:pt x="1902022" y="1988996"/>
                </a:lnTo>
                <a:lnTo>
                  <a:pt x="1876543" y="1951696"/>
                </a:lnTo>
                <a:lnTo>
                  <a:pt x="1850352" y="1914929"/>
                </a:lnTo>
                <a:lnTo>
                  <a:pt x="1823459" y="1878704"/>
                </a:lnTo>
                <a:lnTo>
                  <a:pt x="1795875" y="1843031"/>
                </a:lnTo>
                <a:lnTo>
                  <a:pt x="1767608" y="1807921"/>
                </a:lnTo>
                <a:lnTo>
                  <a:pt x="1738670" y="1773383"/>
                </a:lnTo>
                <a:lnTo>
                  <a:pt x="1709069" y="1739428"/>
                </a:lnTo>
                <a:lnTo>
                  <a:pt x="1678816" y="1706064"/>
                </a:lnTo>
                <a:lnTo>
                  <a:pt x="1647922" y="1673303"/>
                </a:lnTo>
                <a:lnTo>
                  <a:pt x="1616395" y="1641154"/>
                </a:lnTo>
                <a:lnTo>
                  <a:pt x="1584246" y="1609628"/>
                </a:lnTo>
                <a:lnTo>
                  <a:pt x="1551485" y="1578733"/>
                </a:lnTo>
                <a:lnTo>
                  <a:pt x="1518122" y="1548480"/>
                </a:lnTo>
                <a:lnTo>
                  <a:pt x="1484166" y="1518880"/>
                </a:lnTo>
                <a:lnTo>
                  <a:pt x="1449629" y="1489941"/>
                </a:lnTo>
                <a:lnTo>
                  <a:pt x="1414518" y="1461675"/>
                </a:lnTo>
                <a:lnTo>
                  <a:pt x="1378846" y="1434090"/>
                </a:lnTo>
                <a:lnTo>
                  <a:pt x="1342621" y="1407197"/>
                </a:lnTo>
                <a:lnTo>
                  <a:pt x="1305853" y="1381006"/>
                </a:lnTo>
                <a:lnTo>
                  <a:pt x="1268553" y="1355527"/>
                </a:lnTo>
                <a:lnTo>
                  <a:pt x="1230731" y="1330770"/>
                </a:lnTo>
                <a:lnTo>
                  <a:pt x="1192396" y="1306744"/>
                </a:lnTo>
                <a:lnTo>
                  <a:pt x="1153558" y="1283460"/>
                </a:lnTo>
                <a:lnTo>
                  <a:pt x="1114228" y="1260928"/>
                </a:lnTo>
                <a:lnTo>
                  <a:pt x="1074415" y="1239157"/>
                </a:lnTo>
                <a:lnTo>
                  <a:pt x="1034130" y="1218158"/>
                </a:lnTo>
                <a:lnTo>
                  <a:pt x="993381" y="1197940"/>
                </a:lnTo>
                <a:lnTo>
                  <a:pt x="952180" y="1178514"/>
                </a:lnTo>
                <a:lnTo>
                  <a:pt x="910536" y="1159890"/>
                </a:lnTo>
                <a:lnTo>
                  <a:pt x="868459" y="1142076"/>
                </a:lnTo>
                <a:lnTo>
                  <a:pt x="825959" y="1125085"/>
                </a:lnTo>
                <a:lnTo>
                  <a:pt x="783046" y="1108924"/>
                </a:lnTo>
                <a:lnTo>
                  <a:pt x="739730" y="1093605"/>
                </a:lnTo>
                <a:lnTo>
                  <a:pt x="696022" y="1079137"/>
                </a:lnTo>
                <a:lnTo>
                  <a:pt x="651930" y="1065530"/>
                </a:lnTo>
                <a:lnTo>
                  <a:pt x="607465" y="1052794"/>
                </a:lnTo>
                <a:lnTo>
                  <a:pt x="562637" y="1040940"/>
                </a:lnTo>
                <a:lnTo>
                  <a:pt x="517455" y="1029977"/>
                </a:lnTo>
                <a:lnTo>
                  <a:pt x="471931" y="1019914"/>
                </a:lnTo>
                <a:lnTo>
                  <a:pt x="426073" y="1010763"/>
                </a:lnTo>
                <a:lnTo>
                  <a:pt x="380433" y="1002629"/>
                </a:lnTo>
                <a:lnTo>
                  <a:pt x="333534" y="995255"/>
                </a:lnTo>
                <a:lnTo>
                  <a:pt x="286599" y="988875"/>
                </a:lnTo>
                <a:lnTo>
                  <a:pt x="239508" y="983468"/>
                </a:lnTo>
                <a:lnTo>
                  <a:pt x="192134" y="979021"/>
                </a:lnTo>
                <a:lnTo>
                  <a:pt x="144485" y="975545"/>
                </a:lnTo>
                <a:lnTo>
                  <a:pt x="96574" y="973050"/>
                </a:lnTo>
                <a:lnTo>
                  <a:pt x="48408" y="971546"/>
                </a:lnTo>
                <a:lnTo>
                  <a:pt x="0" y="971042"/>
                </a:lnTo>
                <a:lnTo>
                  <a:pt x="0" y="0"/>
                </a:lnTo>
                <a:lnTo>
                  <a:pt x="164648" y="0"/>
                </a:lnTo>
                <a:lnTo>
                  <a:pt x="191676" y="1369"/>
                </a:lnTo>
                <a:lnTo>
                  <a:pt x="239151" y="4463"/>
                </a:lnTo>
                <a:lnTo>
                  <a:pt x="286439" y="8232"/>
                </a:lnTo>
                <a:lnTo>
                  <a:pt x="333397" y="12657"/>
                </a:lnTo>
                <a:lnTo>
                  <a:pt x="379892" y="17714"/>
                </a:lnTo>
                <a:lnTo>
                  <a:pt x="427130" y="23537"/>
                </a:lnTo>
                <a:lnTo>
                  <a:pt x="473621" y="29955"/>
                </a:lnTo>
                <a:lnTo>
                  <a:pt x="519900" y="37025"/>
                </a:lnTo>
                <a:lnTo>
                  <a:pt x="565964" y="44740"/>
                </a:lnTo>
                <a:lnTo>
                  <a:pt x="611807" y="53096"/>
                </a:lnTo>
                <a:lnTo>
                  <a:pt x="657424" y="62089"/>
                </a:lnTo>
                <a:lnTo>
                  <a:pt x="702811" y="71713"/>
                </a:lnTo>
                <a:lnTo>
                  <a:pt x="747964" y="81964"/>
                </a:lnTo>
                <a:lnTo>
                  <a:pt x="792876" y="92836"/>
                </a:lnTo>
                <a:lnTo>
                  <a:pt x="837544" y="104326"/>
                </a:lnTo>
                <a:lnTo>
                  <a:pt x="881962" y="116428"/>
                </a:lnTo>
                <a:lnTo>
                  <a:pt x="926126" y="129138"/>
                </a:lnTo>
                <a:lnTo>
                  <a:pt x="970031" y="142451"/>
                </a:lnTo>
                <a:lnTo>
                  <a:pt x="1013673" y="156362"/>
                </a:lnTo>
                <a:lnTo>
                  <a:pt x="1057046" y="170866"/>
                </a:lnTo>
                <a:lnTo>
                  <a:pt x="1100146" y="185958"/>
                </a:lnTo>
                <a:lnTo>
                  <a:pt x="1142968" y="201635"/>
                </a:lnTo>
                <a:lnTo>
                  <a:pt x="1185507" y="217890"/>
                </a:lnTo>
                <a:lnTo>
                  <a:pt x="1227758" y="234719"/>
                </a:lnTo>
                <a:lnTo>
                  <a:pt x="1269717" y="252118"/>
                </a:lnTo>
                <a:lnTo>
                  <a:pt x="1311379" y="270082"/>
                </a:lnTo>
                <a:lnTo>
                  <a:pt x="1352739" y="288605"/>
                </a:lnTo>
                <a:lnTo>
                  <a:pt x="1393792" y="307683"/>
                </a:lnTo>
                <a:lnTo>
                  <a:pt x="1434534" y="327312"/>
                </a:lnTo>
                <a:lnTo>
                  <a:pt x="1474960" y="347486"/>
                </a:lnTo>
                <a:lnTo>
                  <a:pt x="1515064" y="368201"/>
                </a:lnTo>
                <a:lnTo>
                  <a:pt x="1554843" y="389452"/>
                </a:lnTo>
                <a:lnTo>
                  <a:pt x="1594291" y="411234"/>
                </a:lnTo>
                <a:lnTo>
                  <a:pt x="1633404" y="433543"/>
                </a:lnTo>
                <a:lnTo>
                  <a:pt x="1672177" y="456373"/>
                </a:lnTo>
                <a:lnTo>
                  <a:pt x="1710605" y="479720"/>
                </a:lnTo>
                <a:lnTo>
                  <a:pt x="1748683" y="503579"/>
                </a:lnTo>
                <a:lnTo>
                  <a:pt x="1786407" y="527945"/>
                </a:lnTo>
                <a:lnTo>
                  <a:pt x="1823771" y="552814"/>
                </a:lnTo>
                <a:lnTo>
                  <a:pt x="1860772" y="578181"/>
                </a:lnTo>
                <a:lnTo>
                  <a:pt x="1897403" y="604040"/>
                </a:lnTo>
                <a:lnTo>
                  <a:pt x="1933662" y="630388"/>
                </a:lnTo>
                <a:lnTo>
                  <a:pt x="1969541" y="657220"/>
                </a:lnTo>
                <a:lnTo>
                  <a:pt x="2005038" y="684530"/>
                </a:lnTo>
                <a:lnTo>
                  <a:pt x="2040147" y="712313"/>
                </a:lnTo>
                <a:lnTo>
                  <a:pt x="2074863" y="740566"/>
                </a:lnTo>
                <a:lnTo>
                  <a:pt x="2109182" y="769283"/>
                </a:lnTo>
                <a:lnTo>
                  <a:pt x="2143098" y="798460"/>
                </a:lnTo>
                <a:lnTo>
                  <a:pt x="2176607" y="828092"/>
                </a:lnTo>
                <a:lnTo>
                  <a:pt x="2209705" y="858173"/>
                </a:lnTo>
                <a:lnTo>
                  <a:pt x="2242386" y="888700"/>
                </a:lnTo>
                <a:lnTo>
                  <a:pt x="2274646" y="919667"/>
                </a:lnTo>
                <a:lnTo>
                  <a:pt x="2306480" y="951070"/>
                </a:lnTo>
                <a:lnTo>
                  <a:pt x="2337882" y="982903"/>
                </a:lnTo>
                <a:lnTo>
                  <a:pt x="2368850" y="1015163"/>
                </a:lnTo>
                <a:lnTo>
                  <a:pt x="2399376" y="1047844"/>
                </a:lnTo>
                <a:lnTo>
                  <a:pt x="2429458" y="1080942"/>
                </a:lnTo>
                <a:lnTo>
                  <a:pt x="2459089" y="1114451"/>
                </a:lnTo>
                <a:lnTo>
                  <a:pt x="2488266" y="1148368"/>
                </a:lnTo>
                <a:lnTo>
                  <a:pt x="2516983" y="1182687"/>
                </a:lnTo>
                <a:lnTo>
                  <a:pt x="2545236" y="1217403"/>
                </a:lnTo>
                <a:lnTo>
                  <a:pt x="2573020" y="1252511"/>
                </a:lnTo>
                <a:lnTo>
                  <a:pt x="2600330" y="1288008"/>
                </a:lnTo>
                <a:lnTo>
                  <a:pt x="2627161" y="1323888"/>
                </a:lnTo>
                <a:lnTo>
                  <a:pt x="2653509" y="1360146"/>
                </a:lnTo>
                <a:lnTo>
                  <a:pt x="2679369" y="1396778"/>
                </a:lnTo>
                <a:lnTo>
                  <a:pt x="2704735" y="1433778"/>
                </a:lnTo>
                <a:lnTo>
                  <a:pt x="2729604" y="1471143"/>
                </a:lnTo>
                <a:lnTo>
                  <a:pt x="2753971" y="1508866"/>
                </a:lnTo>
                <a:lnTo>
                  <a:pt x="2777830" y="1546945"/>
                </a:lnTo>
                <a:lnTo>
                  <a:pt x="2801177" y="1585372"/>
                </a:lnTo>
                <a:lnTo>
                  <a:pt x="2824007" y="1624145"/>
                </a:lnTo>
                <a:lnTo>
                  <a:pt x="2846315" y="1663258"/>
                </a:lnTo>
                <a:lnTo>
                  <a:pt x="2868097" y="1702706"/>
                </a:lnTo>
                <a:lnTo>
                  <a:pt x="2889348" y="1742485"/>
                </a:lnTo>
                <a:lnTo>
                  <a:pt x="2910063" y="1782590"/>
                </a:lnTo>
                <a:lnTo>
                  <a:pt x="2930237" y="1823015"/>
                </a:lnTo>
                <a:lnTo>
                  <a:pt x="2949866" y="1863757"/>
                </a:lnTo>
                <a:lnTo>
                  <a:pt x="2968944" y="1904810"/>
                </a:lnTo>
                <a:lnTo>
                  <a:pt x="2987468" y="1946170"/>
                </a:lnTo>
                <a:lnTo>
                  <a:pt x="3005431" y="1987832"/>
                </a:lnTo>
                <a:lnTo>
                  <a:pt x="3022830" y="2029791"/>
                </a:lnTo>
                <a:lnTo>
                  <a:pt x="3039660" y="2072043"/>
                </a:lnTo>
                <a:lnTo>
                  <a:pt x="3055915" y="2114582"/>
                </a:lnTo>
                <a:lnTo>
                  <a:pt x="3071591" y="2157404"/>
                </a:lnTo>
                <a:lnTo>
                  <a:pt x="3086684" y="2200503"/>
                </a:lnTo>
                <a:lnTo>
                  <a:pt x="3101188" y="2243877"/>
                </a:lnTo>
                <a:lnTo>
                  <a:pt x="3115098" y="2287518"/>
                </a:lnTo>
                <a:lnTo>
                  <a:pt x="3128411" y="2331423"/>
                </a:lnTo>
                <a:lnTo>
                  <a:pt x="3141121" y="2375588"/>
                </a:lnTo>
                <a:lnTo>
                  <a:pt x="3153223" y="2420006"/>
                </a:lnTo>
                <a:lnTo>
                  <a:pt x="3164713" y="2464674"/>
                </a:lnTo>
                <a:lnTo>
                  <a:pt x="3175586" y="2509586"/>
                </a:lnTo>
                <a:lnTo>
                  <a:pt x="3185837" y="2554738"/>
                </a:lnTo>
                <a:lnTo>
                  <a:pt x="3195461" y="2600125"/>
                </a:lnTo>
                <a:lnTo>
                  <a:pt x="3204453" y="2645743"/>
                </a:lnTo>
                <a:lnTo>
                  <a:pt x="3212809" y="2691586"/>
                </a:lnTo>
                <a:lnTo>
                  <a:pt x="3220525" y="2737649"/>
                </a:lnTo>
                <a:lnTo>
                  <a:pt x="3227594" y="2783929"/>
                </a:lnTo>
                <a:lnTo>
                  <a:pt x="3234013" y="2830419"/>
                </a:lnTo>
                <a:lnTo>
                  <a:pt x="3239776" y="2877117"/>
                </a:lnTo>
                <a:lnTo>
                  <a:pt x="3244879" y="2924015"/>
                </a:lnTo>
                <a:lnTo>
                  <a:pt x="3249318" y="2971111"/>
                </a:lnTo>
                <a:lnTo>
                  <a:pt x="3253086" y="3018398"/>
                </a:lnTo>
                <a:lnTo>
                  <a:pt x="3256180" y="3065873"/>
                </a:lnTo>
                <a:lnTo>
                  <a:pt x="3257550" y="3092897"/>
                </a:lnTo>
                <a:close/>
              </a:path>
            </a:pathLst>
          </a:custGeom>
          <a:solidFill>
            <a:srgbClr val="FFB4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81E2305-98B0-E992-5A14-108A223F36CC}"/>
              </a:ext>
            </a:extLst>
          </p:cNvPr>
          <p:cNvSpPr/>
          <p:nvPr/>
        </p:nvSpPr>
        <p:spPr>
          <a:xfrm>
            <a:off x="15030450" y="-1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0" y="164644"/>
                </a:moveTo>
                <a:lnTo>
                  <a:pt x="0" y="0"/>
                </a:lnTo>
                <a:lnTo>
                  <a:pt x="971043" y="0"/>
                </a:lnTo>
                <a:lnTo>
                  <a:pt x="971546" y="48408"/>
                </a:lnTo>
                <a:lnTo>
                  <a:pt x="973051" y="96574"/>
                </a:lnTo>
                <a:lnTo>
                  <a:pt x="975546" y="144485"/>
                </a:lnTo>
                <a:lnTo>
                  <a:pt x="979021" y="192134"/>
                </a:lnTo>
                <a:lnTo>
                  <a:pt x="983468" y="239508"/>
                </a:lnTo>
                <a:lnTo>
                  <a:pt x="988876" y="286599"/>
                </a:lnTo>
                <a:lnTo>
                  <a:pt x="995234" y="333397"/>
                </a:lnTo>
                <a:lnTo>
                  <a:pt x="1002533" y="379892"/>
                </a:lnTo>
                <a:lnTo>
                  <a:pt x="1010763" y="426073"/>
                </a:lnTo>
                <a:lnTo>
                  <a:pt x="1019915" y="471931"/>
                </a:lnTo>
                <a:lnTo>
                  <a:pt x="1029977" y="517455"/>
                </a:lnTo>
                <a:lnTo>
                  <a:pt x="1040940" y="562637"/>
                </a:lnTo>
                <a:lnTo>
                  <a:pt x="1052795" y="607465"/>
                </a:lnTo>
                <a:lnTo>
                  <a:pt x="1065530" y="651930"/>
                </a:lnTo>
                <a:lnTo>
                  <a:pt x="1079137" y="696022"/>
                </a:lnTo>
                <a:lnTo>
                  <a:pt x="1093605" y="739730"/>
                </a:lnTo>
                <a:lnTo>
                  <a:pt x="1108924" y="783046"/>
                </a:lnTo>
                <a:lnTo>
                  <a:pt x="1125085" y="825959"/>
                </a:lnTo>
                <a:lnTo>
                  <a:pt x="1142077" y="868459"/>
                </a:lnTo>
                <a:lnTo>
                  <a:pt x="1159890" y="910536"/>
                </a:lnTo>
                <a:lnTo>
                  <a:pt x="1178515" y="952180"/>
                </a:lnTo>
                <a:lnTo>
                  <a:pt x="1197941" y="993381"/>
                </a:lnTo>
                <a:lnTo>
                  <a:pt x="1218158" y="1034130"/>
                </a:lnTo>
                <a:lnTo>
                  <a:pt x="1239157" y="1074415"/>
                </a:lnTo>
                <a:lnTo>
                  <a:pt x="1260928" y="1114228"/>
                </a:lnTo>
                <a:lnTo>
                  <a:pt x="1283460" y="1153558"/>
                </a:lnTo>
                <a:lnTo>
                  <a:pt x="1306744" y="1192396"/>
                </a:lnTo>
                <a:lnTo>
                  <a:pt x="1330770" y="1230731"/>
                </a:lnTo>
                <a:lnTo>
                  <a:pt x="1355527" y="1268553"/>
                </a:lnTo>
                <a:lnTo>
                  <a:pt x="1381007" y="1305853"/>
                </a:lnTo>
                <a:lnTo>
                  <a:pt x="1407198" y="1342621"/>
                </a:lnTo>
                <a:lnTo>
                  <a:pt x="1434090" y="1378846"/>
                </a:lnTo>
                <a:lnTo>
                  <a:pt x="1461675" y="1414518"/>
                </a:lnTo>
                <a:lnTo>
                  <a:pt x="1489942" y="1449629"/>
                </a:lnTo>
                <a:lnTo>
                  <a:pt x="1518880" y="1484166"/>
                </a:lnTo>
                <a:lnTo>
                  <a:pt x="1548481" y="1518122"/>
                </a:lnTo>
                <a:lnTo>
                  <a:pt x="1578733" y="1551485"/>
                </a:lnTo>
                <a:lnTo>
                  <a:pt x="1609628" y="1584246"/>
                </a:lnTo>
                <a:lnTo>
                  <a:pt x="1641155" y="1616395"/>
                </a:lnTo>
                <a:lnTo>
                  <a:pt x="1673303" y="1647922"/>
                </a:lnTo>
                <a:lnTo>
                  <a:pt x="1706064" y="1678816"/>
                </a:lnTo>
                <a:lnTo>
                  <a:pt x="1739428" y="1709069"/>
                </a:lnTo>
                <a:lnTo>
                  <a:pt x="1773383" y="1738670"/>
                </a:lnTo>
                <a:lnTo>
                  <a:pt x="1807921" y="1767608"/>
                </a:lnTo>
                <a:lnTo>
                  <a:pt x="1843031" y="1795875"/>
                </a:lnTo>
                <a:lnTo>
                  <a:pt x="1878704" y="1823459"/>
                </a:lnTo>
                <a:lnTo>
                  <a:pt x="1914929" y="1850352"/>
                </a:lnTo>
                <a:lnTo>
                  <a:pt x="1951696" y="1876543"/>
                </a:lnTo>
                <a:lnTo>
                  <a:pt x="1988996" y="1902022"/>
                </a:lnTo>
                <a:lnTo>
                  <a:pt x="2026819" y="1926780"/>
                </a:lnTo>
                <a:lnTo>
                  <a:pt x="2065154" y="1950805"/>
                </a:lnTo>
                <a:lnTo>
                  <a:pt x="2103991" y="1974089"/>
                </a:lnTo>
                <a:lnTo>
                  <a:pt x="2143321" y="1996621"/>
                </a:lnTo>
                <a:lnTo>
                  <a:pt x="2183134" y="2018392"/>
                </a:lnTo>
                <a:lnTo>
                  <a:pt x="2223420" y="2039391"/>
                </a:lnTo>
                <a:lnTo>
                  <a:pt x="2264169" y="2059609"/>
                </a:lnTo>
                <a:lnTo>
                  <a:pt x="2305370" y="2079035"/>
                </a:lnTo>
                <a:lnTo>
                  <a:pt x="2347014" y="2097660"/>
                </a:lnTo>
                <a:lnTo>
                  <a:pt x="2389091" y="2115473"/>
                </a:lnTo>
                <a:lnTo>
                  <a:pt x="2431591" y="2132465"/>
                </a:lnTo>
                <a:lnTo>
                  <a:pt x="2474503" y="2148625"/>
                </a:lnTo>
                <a:lnTo>
                  <a:pt x="2517819" y="2163945"/>
                </a:lnTo>
                <a:lnTo>
                  <a:pt x="2561528" y="2178413"/>
                </a:lnTo>
                <a:lnTo>
                  <a:pt x="2605620" y="2192019"/>
                </a:lnTo>
                <a:lnTo>
                  <a:pt x="2650085" y="2204755"/>
                </a:lnTo>
                <a:lnTo>
                  <a:pt x="2694913" y="2216609"/>
                </a:lnTo>
                <a:lnTo>
                  <a:pt x="2740094" y="2227573"/>
                </a:lnTo>
                <a:lnTo>
                  <a:pt x="2785619" y="2237635"/>
                </a:lnTo>
                <a:lnTo>
                  <a:pt x="2831477" y="2246786"/>
                </a:lnTo>
                <a:lnTo>
                  <a:pt x="2877117" y="2254920"/>
                </a:lnTo>
                <a:lnTo>
                  <a:pt x="2924015" y="2262294"/>
                </a:lnTo>
                <a:lnTo>
                  <a:pt x="2970950" y="2268674"/>
                </a:lnTo>
                <a:lnTo>
                  <a:pt x="3018041" y="2274082"/>
                </a:lnTo>
                <a:lnTo>
                  <a:pt x="3065416" y="2278528"/>
                </a:lnTo>
                <a:lnTo>
                  <a:pt x="3113064" y="2282004"/>
                </a:lnTo>
                <a:lnTo>
                  <a:pt x="3160976" y="2284499"/>
                </a:lnTo>
                <a:lnTo>
                  <a:pt x="3209141" y="2286003"/>
                </a:lnTo>
                <a:lnTo>
                  <a:pt x="3257550" y="2286507"/>
                </a:lnTo>
                <a:lnTo>
                  <a:pt x="3257550" y="3257550"/>
                </a:lnTo>
                <a:lnTo>
                  <a:pt x="3092897" y="3257550"/>
                </a:lnTo>
                <a:lnTo>
                  <a:pt x="3065873" y="3256180"/>
                </a:lnTo>
                <a:lnTo>
                  <a:pt x="3018399" y="3253086"/>
                </a:lnTo>
                <a:lnTo>
                  <a:pt x="2971111" y="3249318"/>
                </a:lnTo>
                <a:lnTo>
                  <a:pt x="2924152" y="3244892"/>
                </a:lnTo>
                <a:lnTo>
                  <a:pt x="2877658" y="3239835"/>
                </a:lnTo>
                <a:lnTo>
                  <a:pt x="2830420" y="3234013"/>
                </a:lnTo>
                <a:lnTo>
                  <a:pt x="2783929" y="3227594"/>
                </a:lnTo>
                <a:lnTo>
                  <a:pt x="2737649" y="3220525"/>
                </a:lnTo>
                <a:lnTo>
                  <a:pt x="2691586" y="3212809"/>
                </a:lnTo>
                <a:lnTo>
                  <a:pt x="2645743" y="3204453"/>
                </a:lnTo>
                <a:lnTo>
                  <a:pt x="2600125" y="3195461"/>
                </a:lnTo>
                <a:lnTo>
                  <a:pt x="2554738" y="3185837"/>
                </a:lnTo>
                <a:lnTo>
                  <a:pt x="2509586" y="3175586"/>
                </a:lnTo>
                <a:lnTo>
                  <a:pt x="2464674" y="3164713"/>
                </a:lnTo>
                <a:lnTo>
                  <a:pt x="2420006" y="3153223"/>
                </a:lnTo>
                <a:lnTo>
                  <a:pt x="2375588" y="3141121"/>
                </a:lnTo>
                <a:lnTo>
                  <a:pt x="2331424" y="3128411"/>
                </a:lnTo>
                <a:lnTo>
                  <a:pt x="2287518" y="3115098"/>
                </a:lnTo>
                <a:lnTo>
                  <a:pt x="2243877" y="3101188"/>
                </a:lnTo>
                <a:lnTo>
                  <a:pt x="2200504" y="3086684"/>
                </a:lnTo>
                <a:lnTo>
                  <a:pt x="2157404" y="3071591"/>
                </a:lnTo>
                <a:lnTo>
                  <a:pt x="2114582" y="3055915"/>
                </a:lnTo>
                <a:lnTo>
                  <a:pt x="2072043" y="3039660"/>
                </a:lnTo>
                <a:lnTo>
                  <a:pt x="2029792" y="3022830"/>
                </a:lnTo>
                <a:lnTo>
                  <a:pt x="1987832" y="3005431"/>
                </a:lnTo>
                <a:lnTo>
                  <a:pt x="1946171" y="2987468"/>
                </a:lnTo>
                <a:lnTo>
                  <a:pt x="1904811" y="2968944"/>
                </a:lnTo>
                <a:lnTo>
                  <a:pt x="1863757" y="2949866"/>
                </a:lnTo>
                <a:lnTo>
                  <a:pt x="1823015" y="2930237"/>
                </a:lnTo>
                <a:lnTo>
                  <a:pt x="1782590" y="2910063"/>
                </a:lnTo>
                <a:lnTo>
                  <a:pt x="1742485" y="2889348"/>
                </a:lnTo>
                <a:lnTo>
                  <a:pt x="1702706" y="2868097"/>
                </a:lnTo>
                <a:lnTo>
                  <a:pt x="1663258" y="2846315"/>
                </a:lnTo>
                <a:lnTo>
                  <a:pt x="1624145" y="2824007"/>
                </a:lnTo>
                <a:lnTo>
                  <a:pt x="1585373" y="2801177"/>
                </a:lnTo>
                <a:lnTo>
                  <a:pt x="1546945" y="2777830"/>
                </a:lnTo>
                <a:lnTo>
                  <a:pt x="1508867" y="2753971"/>
                </a:lnTo>
                <a:lnTo>
                  <a:pt x="1471143" y="2729604"/>
                </a:lnTo>
                <a:lnTo>
                  <a:pt x="1433778" y="2704735"/>
                </a:lnTo>
                <a:lnTo>
                  <a:pt x="1396778" y="2679369"/>
                </a:lnTo>
                <a:lnTo>
                  <a:pt x="1360146" y="2653509"/>
                </a:lnTo>
                <a:lnTo>
                  <a:pt x="1323888" y="2627161"/>
                </a:lnTo>
                <a:lnTo>
                  <a:pt x="1288008" y="2600330"/>
                </a:lnTo>
                <a:lnTo>
                  <a:pt x="1252512" y="2573020"/>
                </a:lnTo>
                <a:lnTo>
                  <a:pt x="1217403" y="2545236"/>
                </a:lnTo>
                <a:lnTo>
                  <a:pt x="1182687" y="2516983"/>
                </a:lnTo>
                <a:lnTo>
                  <a:pt x="1148368" y="2488266"/>
                </a:lnTo>
                <a:lnTo>
                  <a:pt x="1114452" y="2459089"/>
                </a:lnTo>
                <a:lnTo>
                  <a:pt x="1080942" y="2429458"/>
                </a:lnTo>
                <a:lnTo>
                  <a:pt x="1047845" y="2399376"/>
                </a:lnTo>
                <a:lnTo>
                  <a:pt x="1015163" y="2368850"/>
                </a:lnTo>
                <a:lnTo>
                  <a:pt x="982904" y="2337882"/>
                </a:lnTo>
                <a:lnTo>
                  <a:pt x="951070" y="2306480"/>
                </a:lnTo>
                <a:lnTo>
                  <a:pt x="919667" y="2274646"/>
                </a:lnTo>
                <a:lnTo>
                  <a:pt x="888700" y="2242386"/>
                </a:lnTo>
                <a:lnTo>
                  <a:pt x="858173" y="2209705"/>
                </a:lnTo>
                <a:lnTo>
                  <a:pt x="828092" y="2176607"/>
                </a:lnTo>
                <a:lnTo>
                  <a:pt x="798460" y="2143098"/>
                </a:lnTo>
                <a:lnTo>
                  <a:pt x="769284" y="2109182"/>
                </a:lnTo>
                <a:lnTo>
                  <a:pt x="740566" y="2074863"/>
                </a:lnTo>
                <a:lnTo>
                  <a:pt x="712314" y="2040147"/>
                </a:lnTo>
                <a:lnTo>
                  <a:pt x="684530" y="2005038"/>
                </a:lnTo>
                <a:lnTo>
                  <a:pt x="657220" y="1969541"/>
                </a:lnTo>
                <a:lnTo>
                  <a:pt x="630389" y="1933662"/>
                </a:lnTo>
                <a:lnTo>
                  <a:pt x="604041" y="1897403"/>
                </a:lnTo>
                <a:lnTo>
                  <a:pt x="578181" y="1860772"/>
                </a:lnTo>
                <a:lnTo>
                  <a:pt x="552814" y="1823771"/>
                </a:lnTo>
                <a:lnTo>
                  <a:pt x="527945" y="1786407"/>
                </a:lnTo>
                <a:lnTo>
                  <a:pt x="503579" y="1748683"/>
                </a:lnTo>
                <a:lnTo>
                  <a:pt x="479720" y="1710605"/>
                </a:lnTo>
                <a:lnTo>
                  <a:pt x="456373" y="1672177"/>
                </a:lnTo>
                <a:lnTo>
                  <a:pt x="433543" y="1633404"/>
                </a:lnTo>
                <a:lnTo>
                  <a:pt x="411234" y="1594291"/>
                </a:lnTo>
                <a:lnTo>
                  <a:pt x="389452" y="1554843"/>
                </a:lnTo>
                <a:lnTo>
                  <a:pt x="368201" y="1515064"/>
                </a:lnTo>
                <a:lnTo>
                  <a:pt x="347486" y="1474960"/>
                </a:lnTo>
                <a:lnTo>
                  <a:pt x="327312" y="1434534"/>
                </a:lnTo>
                <a:lnTo>
                  <a:pt x="307684" y="1393792"/>
                </a:lnTo>
                <a:lnTo>
                  <a:pt x="288605" y="1352739"/>
                </a:lnTo>
                <a:lnTo>
                  <a:pt x="270082" y="1311379"/>
                </a:lnTo>
                <a:lnTo>
                  <a:pt x="252118" y="1269717"/>
                </a:lnTo>
                <a:lnTo>
                  <a:pt x="234720" y="1227758"/>
                </a:lnTo>
                <a:lnTo>
                  <a:pt x="217890" y="1185507"/>
                </a:lnTo>
                <a:lnTo>
                  <a:pt x="201635" y="1142968"/>
                </a:lnTo>
                <a:lnTo>
                  <a:pt x="185959" y="1100146"/>
                </a:lnTo>
                <a:lnTo>
                  <a:pt x="170866" y="1057046"/>
                </a:lnTo>
                <a:lnTo>
                  <a:pt x="156362" y="1013673"/>
                </a:lnTo>
                <a:lnTo>
                  <a:pt x="142451" y="970031"/>
                </a:lnTo>
                <a:lnTo>
                  <a:pt x="129138" y="926126"/>
                </a:lnTo>
                <a:lnTo>
                  <a:pt x="116429" y="881962"/>
                </a:lnTo>
                <a:lnTo>
                  <a:pt x="104326" y="837544"/>
                </a:lnTo>
                <a:lnTo>
                  <a:pt x="92836" y="792876"/>
                </a:lnTo>
                <a:lnTo>
                  <a:pt x="81964" y="747964"/>
                </a:lnTo>
                <a:lnTo>
                  <a:pt x="71713" y="702811"/>
                </a:lnTo>
                <a:lnTo>
                  <a:pt x="62089" y="657424"/>
                </a:lnTo>
                <a:lnTo>
                  <a:pt x="53096" y="611807"/>
                </a:lnTo>
                <a:lnTo>
                  <a:pt x="44740" y="565964"/>
                </a:lnTo>
                <a:lnTo>
                  <a:pt x="37025" y="519900"/>
                </a:lnTo>
                <a:lnTo>
                  <a:pt x="29956" y="473621"/>
                </a:lnTo>
                <a:lnTo>
                  <a:pt x="23537" y="427130"/>
                </a:lnTo>
                <a:lnTo>
                  <a:pt x="17773" y="380433"/>
                </a:lnTo>
                <a:lnTo>
                  <a:pt x="12670" y="333534"/>
                </a:lnTo>
                <a:lnTo>
                  <a:pt x="8232" y="286439"/>
                </a:lnTo>
                <a:lnTo>
                  <a:pt x="4463" y="239151"/>
                </a:lnTo>
                <a:lnTo>
                  <a:pt x="1369" y="191676"/>
                </a:lnTo>
                <a:lnTo>
                  <a:pt x="0" y="164644"/>
                </a:lnTo>
                <a:close/>
              </a:path>
            </a:pathLst>
          </a:custGeom>
          <a:solidFill>
            <a:srgbClr val="A1B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E8FFA0C-2510-748A-9E41-3F1201513FCE}"/>
              </a:ext>
            </a:extLst>
          </p:cNvPr>
          <p:cNvGrpSpPr/>
          <p:nvPr/>
        </p:nvGrpSpPr>
        <p:grpSpPr>
          <a:xfrm>
            <a:off x="282788" y="397087"/>
            <a:ext cx="2003425" cy="2003425"/>
            <a:chOff x="282788" y="397087"/>
            <a:chExt cx="2003425" cy="200342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4184B81-79D6-AF49-A0F4-80633BCAD3A6}"/>
                </a:ext>
              </a:extLst>
            </p:cNvPr>
            <p:cNvSpPr/>
            <p:nvPr/>
          </p:nvSpPr>
          <p:spPr>
            <a:xfrm>
              <a:off x="282788" y="397087"/>
              <a:ext cx="2003425" cy="2003425"/>
            </a:xfrm>
            <a:custGeom>
              <a:avLst/>
              <a:gdLst/>
              <a:ahLst/>
              <a:cxnLst/>
              <a:rect l="l" t="t" r="r" b="b"/>
              <a:pathLst>
                <a:path w="2003425" h="2003425">
                  <a:moveTo>
                    <a:pt x="1001693" y="2003386"/>
                  </a:moveTo>
                  <a:lnTo>
                    <a:pt x="953160" y="2002231"/>
                  </a:lnTo>
                  <a:lnTo>
                    <a:pt x="905223" y="1998800"/>
                  </a:lnTo>
                  <a:lnTo>
                    <a:pt x="857934" y="1993147"/>
                  </a:lnTo>
                  <a:lnTo>
                    <a:pt x="811347" y="1985324"/>
                  </a:lnTo>
                  <a:lnTo>
                    <a:pt x="765514" y="1975382"/>
                  </a:lnTo>
                  <a:lnTo>
                    <a:pt x="720486" y="1963376"/>
                  </a:lnTo>
                  <a:lnTo>
                    <a:pt x="676317" y="1949356"/>
                  </a:lnTo>
                  <a:lnTo>
                    <a:pt x="633059" y="1933376"/>
                  </a:lnTo>
                  <a:lnTo>
                    <a:pt x="590764" y="1915489"/>
                  </a:lnTo>
                  <a:lnTo>
                    <a:pt x="549486" y="1895745"/>
                  </a:lnTo>
                  <a:lnTo>
                    <a:pt x="509275" y="1874199"/>
                  </a:lnTo>
                  <a:lnTo>
                    <a:pt x="470186" y="1850902"/>
                  </a:lnTo>
                  <a:lnTo>
                    <a:pt x="432270" y="1825907"/>
                  </a:lnTo>
                  <a:lnTo>
                    <a:pt x="395579" y="1799267"/>
                  </a:lnTo>
                  <a:lnTo>
                    <a:pt x="360167" y="1771033"/>
                  </a:lnTo>
                  <a:lnTo>
                    <a:pt x="326086" y="1741259"/>
                  </a:lnTo>
                  <a:lnTo>
                    <a:pt x="293388" y="1709997"/>
                  </a:lnTo>
                  <a:lnTo>
                    <a:pt x="262126" y="1677299"/>
                  </a:lnTo>
                  <a:lnTo>
                    <a:pt x="232352" y="1643217"/>
                  </a:lnTo>
                  <a:lnTo>
                    <a:pt x="204118" y="1607805"/>
                  </a:lnTo>
                  <a:lnTo>
                    <a:pt x="177478" y="1571115"/>
                  </a:lnTo>
                  <a:lnTo>
                    <a:pt x="152483" y="1533199"/>
                  </a:lnTo>
                  <a:lnTo>
                    <a:pt x="129186" y="1494110"/>
                  </a:lnTo>
                  <a:lnTo>
                    <a:pt x="107640" y="1453900"/>
                  </a:lnTo>
                  <a:lnTo>
                    <a:pt x="87896" y="1412621"/>
                  </a:lnTo>
                  <a:lnTo>
                    <a:pt x="70009" y="1370326"/>
                  </a:lnTo>
                  <a:lnTo>
                    <a:pt x="54029" y="1327068"/>
                  </a:lnTo>
                  <a:lnTo>
                    <a:pt x="40009" y="1282899"/>
                  </a:lnTo>
                  <a:lnTo>
                    <a:pt x="28003" y="1237872"/>
                  </a:lnTo>
                  <a:lnTo>
                    <a:pt x="18061" y="1192039"/>
                  </a:lnTo>
                  <a:lnTo>
                    <a:pt x="10238" y="1145452"/>
                  </a:lnTo>
                  <a:lnTo>
                    <a:pt x="4585" y="1098164"/>
                  </a:lnTo>
                  <a:lnTo>
                    <a:pt x="1155" y="1050227"/>
                  </a:lnTo>
                  <a:lnTo>
                    <a:pt x="0" y="1001694"/>
                  </a:lnTo>
                  <a:lnTo>
                    <a:pt x="1155" y="953161"/>
                  </a:lnTo>
                  <a:lnTo>
                    <a:pt x="4585" y="905224"/>
                  </a:lnTo>
                  <a:lnTo>
                    <a:pt x="10238" y="857936"/>
                  </a:lnTo>
                  <a:lnTo>
                    <a:pt x="18061" y="811349"/>
                  </a:lnTo>
                  <a:lnTo>
                    <a:pt x="28003" y="765515"/>
                  </a:lnTo>
                  <a:lnTo>
                    <a:pt x="40009" y="720487"/>
                  </a:lnTo>
                  <a:lnTo>
                    <a:pt x="54029" y="676318"/>
                  </a:lnTo>
                  <a:lnTo>
                    <a:pt x="70009" y="633060"/>
                  </a:lnTo>
                  <a:lnTo>
                    <a:pt x="87896" y="590766"/>
                  </a:lnTo>
                  <a:lnTo>
                    <a:pt x="107640" y="549487"/>
                  </a:lnTo>
                  <a:lnTo>
                    <a:pt x="129186" y="509276"/>
                  </a:lnTo>
                  <a:lnTo>
                    <a:pt x="152483" y="470187"/>
                  </a:lnTo>
                  <a:lnTo>
                    <a:pt x="177478" y="432271"/>
                  </a:lnTo>
                  <a:lnTo>
                    <a:pt x="204118" y="395580"/>
                  </a:lnTo>
                  <a:lnTo>
                    <a:pt x="232352" y="360168"/>
                  </a:lnTo>
                  <a:lnTo>
                    <a:pt x="262126" y="326087"/>
                  </a:lnTo>
                  <a:lnTo>
                    <a:pt x="293388" y="293389"/>
                  </a:lnTo>
                  <a:lnTo>
                    <a:pt x="326086" y="262127"/>
                  </a:lnTo>
                  <a:lnTo>
                    <a:pt x="360167" y="232352"/>
                  </a:lnTo>
                  <a:lnTo>
                    <a:pt x="395579" y="204119"/>
                  </a:lnTo>
                  <a:lnTo>
                    <a:pt x="432270" y="177478"/>
                  </a:lnTo>
                  <a:lnTo>
                    <a:pt x="470186" y="152483"/>
                  </a:lnTo>
                  <a:lnTo>
                    <a:pt x="509275" y="129186"/>
                  </a:lnTo>
                  <a:lnTo>
                    <a:pt x="549486" y="107640"/>
                  </a:lnTo>
                  <a:lnTo>
                    <a:pt x="590764" y="87897"/>
                  </a:lnTo>
                  <a:lnTo>
                    <a:pt x="633059" y="70009"/>
                  </a:lnTo>
                  <a:lnTo>
                    <a:pt x="676317" y="54029"/>
                  </a:lnTo>
                  <a:lnTo>
                    <a:pt x="720486" y="40009"/>
                  </a:lnTo>
                  <a:lnTo>
                    <a:pt x="765514" y="28003"/>
                  </a:lnTo>
                  <a:lnTo>
                    <a:pt x="811347" y="18062"/>
                  </a:lnTo>
                  <a:lnTo>
                    <a:pt x="857934" y="10238"/>
                  </a:lnTo>
                  <a:lnTo>
                    <a:pt x="905223" y="4585"/>
                  </a:lnTo>
                  <a:lnTo>
                    <a:pt x="953160" y="1155"/>
                  </a:lnTo>
                  <a:lnTo>
                    <a:pt x="1001693" y="0"/>
                  </a:lnTo>
                  <a:lnTo>
                    <a:pt x="1050225" y="1155"/>
                  </a:lnTo>
                  <a:lnTo>
                    <a:pt x="1098162" y="4585"/>
                  </a:lnTo>
                  <a:lnTo>
                    <a:pt x="1145450" y="10238"/>
                  </a:lnTo>
                  <a:lnTo>
                    <a:pt x="1192037" y="18062"/>
                  </a:lnTo>
                  <a:lnTo>
                    <a:pt x="1237871" y="28003"/>
                  </a:lnTo>
                  <a:lnTo>
                    <a:pt x="1282898" y="40009"/>
                  </a:lnTo>
                  <a:lnTo>
                    <a:pt x="1327067" y="54029"/>
                  </a:lnTo>
                  <a:lnTo>
                    <a:pt x="1370325" y="70009"/>
                  </a:lnTo>
                  <a:lnTo>
                    <a:pt x="1412619" y="87897"/>
                  </a:lnTo>
                  <a:lnTo>
                    <a:pt x="1453898" y="107640"/>
                  </a:lnTo>
                  <a:lnTo>
                    <a:pt x="1494108" y="129186"/>
                  </a:lnTo>
                  <a:lnTo>
                    <a:pt x="1533198" y="152483"/>
                  </a:lnTo>
                  <a:lnTo>
                    <a:pt x="1571114" y="177478"/>
                  </a:lnTo>
                  <a:lnTo>
                    <a:pt x="1607804" y="204119"/>
                  </a:lnTo>
                  <a:lnTo>
                    <a:pt x="1643216" y="232352"/>
                  </a:lnTo>
                  <a:lnTo>
                    <a:pt x="1677297" y="262127"/>
                  </a:lnTo>
                  <a:lnTo>
                    <a:pt x="1709995" y="293389"/>
                  </a:lnTo>
                  <a:lnTo>
                    <a:pt x="1741258" y="326087"/>
                  </a:lnTo>
                  <a:lnTo>
                    <a:pt x="1771032" y="360168"/>
                  </a:lnTo>
                  <a:lnTo>
                    <a:pt x="1799265" y="395580"/>
                  </a:lnTo>
                  <a:lnTo>
                    <a:pt x="1825906" y="432271"/>
                  </a:lnTo>
                  <a:lnTo>
                    <a:pt x="1850901" y="470187"/>
                  </a:lnTo>
                  <a:lnTo>
                    <a:pt x="1874197" y="509276"/>
                  </a:lnTo>
                  <a:lnTo>
                    <a:pt x="1895744" y="549487"/>
                  </a:lnTo>
                  <a:lnTo>
                    <a:pt x="1915487" y="590766"/>
                  </a:lnTo>
                  <a:lnTo>
                    <a:pt x="1933375" y="633060"/>
                  </a:lnTo>
                  <a:lnTo>
                    <a:pt x="1949355" y="676318"/>
                  </a:lnTo>
                  <a:lnTo>
                    <a:pt x="1963374" y="720487"/>
                  </a:lnTo>
                  <a:lnTo>
                    <a:pt x="1975381" y="765515"/>
                  </a:lnTo>
                  <a:lnTo>
                    <a:pt x="1985322" y="811349"/>
                  </a:lnTo>
                  <a:lnTo>
                    <a:pt x="1993146" y="857936"/>
                  </a:lnTo>
                  <a:lnTo>
                    <a:pt x="1998799" y="905224"/>
                  </a:lnTo>
                  <a:lnTo>
                    <a:pt x="2002229" y="953161"/>
                  </a:lnTo>
                  <a:lnTo>
                    <a:pt x="2003384" y="1001694"/>
                  </a:lnTo>
                  <a:lnTo>
                    <a:pt x="2002229" y="1050227"/>
                  </a:lnTo>
                  <a:lnTo>
                    <a:pt x="1998799" y="1098164"/>
                  </a:lnTo>
                  <a:lnTo>
                    <a:pt x="1993146" y="1145452"/>
                  </a:lnTo>
                  <a:lnTo>
                    <a:pt x="1985322" y="1192039"/>
                  </a:lnTo>
                  <a:lnTo>
                    <a:pt x="1975381" y="1237872"/>
                  </a:lnTo>
                  <a:lnTo>
                    <a:pt x="1963374" y="1282899"/>
                  </a:lnTo>
                  <a:lnTo>
                    <a:pt x="1949355" y="1327068"/>
                  </a:lnTo>
                  <a:lnTo>
                    <a:pt x="1933375" y="1370326"/>
                  </a:lnTo>
                  <a:lnTo>
                    <a:pt x="1915487" y="1412621"/>
                  </a:lnTo>
                  <a:lnTo>
                    <a:pt x="1895744" y="1453900"/>
                  </a:lnTo>
                  <a:lnTo>
                    <a:pt x="1874197" y="1494110"/>
                  </a:lnTo>
                  <a:lnTo>
                    <a:pt x="1850901" y="1533199"/>
                  </a:lnTo>
                  <a:lnTo>
                    <a:pt x="1825906" y="1571115"/>
                  </a:lnTo>
                  <a:lnTo>
                    <a:pt x="1799265" y="1607805"/>
                  </a:lnTo>
                  <a:lnTo>
                    <a:pt x="1771032" y="1643217"/>
                  </a:lnTo>
                  <a:lnTo>
                    <a:pt x="1741258" y="1677299"/>
                  </a:lnTo>
                  <a:lnTo>
                    <a:pt x="1709995" y="1709997"/>
                  </a:lnTo>
                  <a:lnTo>
                    <a:pt x="1677297" y="1741259"/>
                  </a:lnTo>
                  <a:lnTo>
                    <a:pt x="1643216" y="1771033"/>
                  </a:lnTo>
                  <a:lnTo>
                    <a:pt x="1607804" y="1799267"/>
                  </a:lnTo>
                  <a:lnTo>
                    <a:pt x="1571114" y="1825907"/>
                  </a:lnTo>
                  <a:lnTo>
                    <a:pt x="1533198" y="1850902"/>
                  </a:lnTo>
                  <a:lnTo>
                    <a:pt x="1494108" y="1874199"/>
                  </a:lnTo>
                  <a:lnTo>
                    <a:pt x="1453898" y="1895745"/>
                  </a:lnTo>
                  <a:lnTo>
                    <a:pt x="1412619" y="1915489"/>
                  </a:lnTo>
                  <a:lnTo>
                    <a:pt x="1370325" y="1933376"/>
                  </a:lnTo>
                  <a:lnTo>
                    <a:pt x="1327067" y="1949356"/>
                  </a:lnTo>
                  <a:lnTo>
                    <a:pt x="1282898" y="1963376"/>
                  </a:lnTo>
                  <a:lnTo>
                    <a:pt x="1237871" y="1975382"/>
                  </a:lnTo>
                  <a:lnTo>
                    <a:pt x="1192037" y="1985324"/>
                  </a:lnTo>
                  <a:lnTo>
                    <a:pt x="1145450" y="1993147"/>
                  </a:lnTo>
                  <a:lnTo>
                    <a:pt x="1098162" y="1998800"/>
                  </a:lnTo>
                  <a:lnTo>
                    <a:pt x="1050225" y="2002231"/>
                  </a:lnTo>
                  <a:lnTo>
                    <a:pt x="1001693" y="2003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A841F77-6E39-D51E-488D-C111632B84A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750" y="551986"/>
              <a:ext cx="1695385" cy="1695385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7DC6AEF3-66BA-7466-8CC6-DC8A1FF0102E}"/>
              </a:ext>
            </a:extLst>
          </p:cNvPr>
          <p:cNvSpPr txBox="1"/>
          <p:nvPr/>
        </p:nvSpPr>
        <p:spPr>
          <a:xfrm>
            <a:off x="4171499" y="1051209"/>
            <a:ext cx="586740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b="1" spc="265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Latar </a:t>
            </a:r>
            <a:r>
              <a:rPr lang="en-US" sz="5000" b="1" spc="265" dirty="0" err="1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Belakang</a:t>
            </a:r>
            <a:endParaRPr sz="5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ABA3121-E0E1-C9C9-AA03-6B8AB9E1BF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4076" y="1007666"/>
            <a:ext cx="860848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0</a:t>
            </a:r>
            <a:r>
              <a:rPr lang="en-US"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2</a:t>
            </a:r>
            <a:endParaRPr sz="5000" spc="315" dirty="0">
              <a:latin typeface="STHupo" panose="02010800040101010101" pitchFamily="2" charset="-122"/>
              <a:ea typeface="STHupo" panose="02010800040101010101" pitchFamily="2" charset="-122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DEB4F57-4A6A-42A5-A01F-FA480C1544A7}"/>
              </a:ext>
            </a:extLst>
          </p:cNvPr>
          <p:cNvSpPr txBox="1"/>
          <p:nvPr/>
        </p:nvSpPr>
        <p:spPr>
          <a:xfrm>
            <a:off x="11715299" y="3074302"/>
            <a:ext cx="3657600" cy="1052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sz="500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B1034-E33F-90CA-77BD-398BDE9D7B32}"/>
              </a:ext>
            </a:extLst>
          </p:cNvPr>
          <p:cNvSpPr txBox="1"/>
          <p:nvPr/>
        </p:nvSpPr>
        <p:spPr>
          <a:xfrm>
            <a:off x="2915101" y="3106959"/>
            <a:ext cx="1245779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4000" spc="16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Perkembangan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5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teknologi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Internet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8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of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Things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-2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(IoT) </a:t>
            </a:r>
            <a:r>
              <a:rPr lang="en-ID" sz="4000" spc="20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memungkinkan</a:t>
            </a:r>
            <a:r>
              <a:rPr lang="en-ID" sz="4000" spc="-9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3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perangkat</a:t>
            </a:r>
            <a:r>
              <a:rPr lang="en-ID" sz="4000" spc="-9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9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elektronik</a:t>
            </a:r>
            <a:r>
              <a:rPr lang="en-ID" sz="4000" spc="-9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6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saling</a:t>
            </a:r>
            <a:r>
              <a:rPr lang="en-ID" sz="4000" spc="-9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7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terhubung</a:t>
            </a:r>
            <a:r>
              <a:rPr lang="en-ID" sz="4000" spc="17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3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dan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6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bekerja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4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secara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0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otomatis</a:t>
            </a:r>
            <a:r>
              <a:rPr lang="en-ID" sz="4000" spc="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.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5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Oleh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2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karena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-2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itu</a:t>
            </a:r>
            <a:r>
              <a:rPr lang="en-ID" sz="4000" spc="-2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, </a:t>
            </a:r>
            <a:r>
              <a:rPr lang="en-ID" sz="4000" spc="14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diperlukan</a:t>
            </a:r>
            <a:r>
              <a:rPr lang="en-ID" sz="4000" spc="-1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3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pemahaman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5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terhadap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4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komponen</a:t>
            </a:r>
            <a:r>
              <a:rPr lang="en-ID" sz="4000" spc="24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3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perangkat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2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keras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2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seperti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7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mikrokontroler</a:t>
            </a:r>
            <a:r>
              <a:rPr lang="en-ID" sz="4000" spc="7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,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sensor,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dan </a:t>
            </a:r>
            <a:r>
              <a:rPr lang="en-ID" sz="4000" spc="11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aktuator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9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sebagai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6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dasar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9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dalam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5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membangun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9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sistem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-2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IoT </a:t>
            </a:r>
            <a:r>
              <a:rPr lang="en-ID" sz="4000" spc="2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yang</a:t>
            </a:r>
            <a:r>
              <a:rPr lang="en-ID" sz="4000" spc="-12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9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sederhana</a:t>
            </a:r>
            <a:r>
              <a:rPr lang="en-ID" sz="4000" spc="-12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3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dan</a:t>
            </a:r>
            <a:r>
              <a:rPr lang="en-ID" sz="4000" spc="-114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5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efisien</a:t>
            </a:r>
            <a:r>
              <a:rPr lang="en-ID" sz="4000" spc="5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.</a:t>
            </a:r>
            <a:endParaRPr lang="en-ID" sz="4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48FB7A-9137-8BFC-20D8-7BB5784DDC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76" y="9088683"/>
            <a:ext cx="646331" cy="6463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A1E4EA-AF41-B130-2A77-A5F849B32777}"/>
              </a:ext>
            </a:extLst>
          </p:cNvPr>
          <p:cNvSpPr txBox="1"/>
          <p:nvPr/>
        </p:nvSpPr>
        <p:spPr>
          <a:xfrm>
            <a:off x="1628775" y="9088682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POLITEKNIK NEGERI INDRAMAYU</a:t>
            </a:r>
          </a:p>
          <a:p>
            <a:pPr algn="just"/>
            <a:r>
              <a:rPr lang="en-US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 TEKNIK INFORMATIKA</a:t>
            </a:r>
            <a:endParaRPr lang="en-ID" sz="1800" b="1" dirty="0">
              <a:solidFill>
                <a:srgbClr val="4529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76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41C5-DEE7-6341-7B3E-8E14DAB9A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37AD87-C1E0-78FF-3C20-045B3D2F24D9}"/>
              </a:ext>
            </a:extLst>
          </p:cNvPr>
          <p:cNvSpPr/>
          <p:nvPr/>
        </p:nvSpPr>
        <p:spPr>
          <a:xfrm>
            <a:off x="0" y="7029449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3257550" y="3092897"/>
                </a:moveTo>
                <a:lnTo>
                  <a:pt x="3257550" y="3257550"/>
                </a:lnTo>
                <a:lnTo>
                  <a:pt x="2286507" y="3257550"/>
                </a:lnTo>
                <a:lnTo>
                  <a:pt x="2286003" y="3209141"/>
                </a:lnTo>
                <a:lnTo>
                  <a:pt x="2284499" y="3160976"/>
                </a:lnTo>
                <a:lnTo>
                  <a:pt x="2282004" y="3113064"/>
                </a:lnTo>
                <a:lnTo>
                  <a:pt x="2278528" y="3065416"/>
                </a:lnTo>
                <a:lnTo>
                  <a:pt x="2274082" y="3018041"/>
                </a:lnTo>
                <a:lnTo>
                  <a:pt x="2268674" y="2970950"/>
                </a:lnTo>
                <a:lnTo>
                  <a:pt x="2262316" y="2924152"/>
                </a:lnTo>
                <a:lnTo>
                  <a:pt x="2255016" y="2877658"/>
                </a:lnTo>
                <a:lnTo>
                  <a:pt x="2246786" y="2831477"/>
                </a:lnTo>
                <a:lnTo>
                  <a:pt x="2237635" y="2785619"/>
                </a:lnTo>
                <a:lnTo>
                  <a:pt x="2227573" y="2740094"/>
                </a:lnTo>
                <a:lnTo>
                  <a:pt x="2216609" y="2694913"/>
                </a:lnTo>
                <a:lnTo>
                  <a:pt x="2204755" y="2650085"/>
                </a:lnTo>
                <a:lnTo>
                  <a:pt x="2192019" y="2605620"/>
                </a:lnTo>
                <a:lnTo>
                  <a:pt x="2178413" y="2561528"/>
                </a:lnTo>
                <a:lnTo>
                  <a:pt x="2163945" y="2517819"/>
                </a:lnTo>
                <a:lnTo>
                  <a:pt x="2148625" y="2474503"/>
                </a:lnTo>
                <a:lnTo>
                  <a:pt x="2132465" y="2431590"/>
                </a:lnTo>
                <a:lnTo>
                  <a:pt x="2115473" y="2389091"/>
                </a:lnTo>
                <a:lnTo>
                  <a:pt x="2097660" y="2347014"/>
                </a:lnTo>
                <a:lnTo>
                  <a:pt x="2079035" y="2305370"/>
                </a:lnTo>
                <a:lnTo>
                  <a:pt x="2059609" y="2264168"/>
                </a:lnTo>
                <a:lnTo>
                  <a:pt x="2039391" y="2223420"/>
                </a:lnTo>
                <a:lnTo>
                  <a:pt x="2018392" y="2183134"/>
                </a:lnTo>
                <a:lnTo>
                  <a:pt x="1996621" y="2143321"/>
                </a:lnTo>
                <a:lnTo>
                  <a:pt x="1974089" y="2103991"/>
                </a:lnTo>
                <a:lnTo>
                  <a:pt x="1950805" y="2065153"/>
                </a:lnTo>
                <a:lnTo>
                  <a:pt x="1926780" y="2026818"/>
                </a:lnTo>
                <a:lnTo>
                  <a:pt x="1902022" y="1988996"/>
                </a:lnTo>
                <a:lnTo>
                  <a:pt x="1876543" y="1951696"/>
                </a:lnTo>
                <a:lnTo>
                  <a:pt x="1850352" y="1914929"/>
                </a:lnTo>
                <a:lnTo>
                  <a:pt x="1823459" y="1878704"/>
                </a:lnTo>
                <a:lnTo>
                  <a:pt x="1795875" y="1843031"/>
                </a:lnTo>
                <a:lnTo>
                  <a:pt x="1767608" y="1807921"/>
                </a:lnTo>
                <a:lnTo>
                  <a:pt x="1738670" y="1773383"/>
                </a:lnTo>
                <a:lnTo>
                  <a:pt x="1709069" y="1739428"/>
                </a:lnTo>
                <a:lnTo>
                  <a:pt x="1678816" y="1706064"/>
                </a:lnTo>
                <a:lnTo>
                  <a:pt x="1647922" y="1673303"/>
                </a:lnTo>
                <a:lnTo>
                  <a:pt x="1616395" y="1641154"/>
                </a:lnTo>
                <a:lnTo>
                  <a:pt x="1584246" y="1609628"/>
                </a:lnTo>
                <a:lnTo>
                  <a:pt x="1551485" y="1578733"/>
                </a:lnTo>
                <a:lnTo>
                  <a:pt x="1518122" y="1548480"/>
                </a:lnTo>
                <a:lnTo>
                  <a:pt x="1484166" y="1518880"/>
                </a:lnTo>
                <a:lnTo>
                  <a:pt x="1449629" y="1489941"/>
                </a:lnTo>
                <a:lnTo>
                  <a:pt x="1414518" y="1461675"/>
                </a:lnTo>
                <a:lnTo>
                  <a:pt x="1378846" y="1434090"/>
                </a:lnTo>
                <a:lnTo>
                  <a:pt x="1342621" y="1407197"/>
                </a:lnTo>
                <a:lnTo>
                  <a:pt x="1305853" y="1381006"/>
                </a:lnTo>
                <a:lnTo>
                  <a:pt x="1268553" y="1355527"/>
                </a:lnTo>
                <a:lnTo>
                  <a:pt x="1230731" y="1330770"/>
                </a:lnTo>
                <a:lnTo>
                  <a:pt x="1192396" y="1306744"/>
                </a:lnTo>
                <a:lnTo>
                  <a:pt x="1153558" y="1283460"/>
                </a:lnTo>
                <a:lnTo>
                  <a:pt x="1114228" y="1260928"/>
                </a:lnTo>
                <a:lnTo>
                  <a:pt x="1074415" y="1239157"/>
                </a:lnTo>
                <a:lnTo>
                  <a:pt x="1034130" y="1218158"/>
                </a:lnTo>
                <a:lnTo>
                  <a:pt x="993381" y="1197940"/>
                </a:lnTo>
                <a:lnTo>
                  <a:pt x="952180" y="1178514"/>
                </a:lnTo>
                <a:lnTo>
                  <a:pt x="910536" y="1159890"/>
                </a:lnTo>
                <a:lnTo>
                  <a:pt x="868459" y="1142076"/>
                </a:lnTo>
                <a:lnTo>
                  <a:pt x="825959" y="1125085"/>
                </a:lnTo>
                <a:lnTo>
                  <a:pt x="783046" y="1108924"/>
                </a:lnTo>
                <a:lnTo>
                  <a:pt x="739730" y="1093605"/>
                </a:lnTo>
                <a:lnTo>
                  <a:pt x="696022" y="1079137"/>
                </a:lnTo>
                <a:lnTo>
                  <a:pt x="651930" y="1065530"/>
                </a:lnTo>
                <a:lnTo>
                  <a:pt x="607465" y="1052794"/>
                </a:lnTo>
                <a:lnTo>
                  <a:pt x="562637" y="1040940"/>
                </a:lnTo>
                <a:lnTo>
                  <a:pt x="517455" y="1029977"/>
                </a:lnTo>
                <a:lnTo>
                  <a:pt x="471931" y="1019914"/>
                </a:lnTo>
                <a:lnTo>
                  <a:pt x="426073" y="1010763"/>
                </a:lnTo>
                <a:lnTo>
                  <a:pt x="380433" y="1002629"/>
                </a:lnTo>
                <a:lnTo>
                  <a:pt x="333534" y="995255"/>
                </a:lnTo>
                <a:lnTo>
                  <a:pt x="286599" y="988875"/>
                </a:lnTo>
                <a:lnTo>
                  <a:pt x="239508" y="983468"/>
                </a:lnTo>
                <a:lnTo>
                  <a:pt x="192134" y="979021"/>
                </a:lnTo>
                <a:lnTo>
                  <a:pt x="144485" y="975545"/>
                </a:lnTo>
                <a:lnTo>
                  <a:pt x="96574" y="973050"/>
                </a:lnTo>
                <a:lnTo>
                  <a:pt x="48408" y="971546"/>
                </a:lnTo>
                <a:lnTo>
                  <a:pt x="0" y="971042"/>
                </a:lnTo>
                <a:lnTo>
                  <a:pt x="0" y="0"/>
                </a:lnTo>
                <a:lnTo>
                  <a:pt x="164648" y="0"/>
                </a:lnTo>
                <a:lnTo>
                  <a:pt x="191676" y="1369"/>
                </a:lnTo>
                <a:lnTo>
                  <a:pt x="239151" y="4463"/>
                </a:lnTo>
                <a:lnTo>
                  <a:pt x="286439" y="8232"/>
                </a:lnTo>
                <a:lnTo>
                  <a:pt x="333397" y="12657"/>
                </a:lnTo>
                <a:lnTo>
                  <a:pt x="379892" y="17714"/>
                </a:lnTo>
                <a:lnTo>
                  <a:pt x="427130" y="23537"/>
                </a:lnTo>
                <a:lnTo>
                  <a:pt x="473621" y="29955"/>
                </a:lnTo>
                <a:lnTo>
                  <a:pt x="519900" y="37025"/>
                </a:lnTo>
                <a:lnTo>
                  <a:pt x="565964" y="44740"/>
                </a:lnTo>
                <a:lnTo>
                  <a:pt x="611807" y="53096"/>
                </a:lnTo>
                <a:lnTo>
                  <a:pt x="657424" y="62089"/>
                </a:lnTo>
                <a:lnTo>
                  <a:pt x="702811" y="71713"/>
                </a:lnTo>
                <a:lnTo>
                  <a:pt x="747964" y="81964"/>
                </a:lnTo>
                <a:lnTo>
                  <a:pt x="792876" y="92836"/>
                </a:lnTo>
                <a:lnTo>
                  <a:pt x="837544" y="104326"/>
                </a:lnTo>
                <a:lnTo>
                  <a:pt x="881962" y="116428"/>
                </a:lnTo>
                <a:lnTo>
                  <a:pt x="926126" y="129138"/>
                </a:lnTo>
                <a:lnTo>
                  <a:pt x="970031" y="142451"/>
                </a:lnTo>
                <a:lnTo>
                  <a:pt x="1013673" y="156362"/>
                </a:lnTo>
                <a:lnTo>
                  <a:pt x="1057046" y="170866"/>
                </a:lnTo>
                <a:lnTo>
                  <a:pt x="1100146" y="185958"/>
                </a:lnTo>
                <a:lnTo>
                  <a:pt x="1142968" y="201635"/>
                </a:lnTo>
                <a:lnTo>
                  <a:pt x="1185507" y="217890"/>
                </a:lnTo>
                <a:lnTo>
                  <a:pt x="1227758" y="234719"/>
                </a:lnTo>
                <a:lnTo>
                  <a:pt x="1269717" y="252118"/>
                </a:lnTo>
                <a:lnTo>
                  <a:pt x="1311379" y="270082"/>
                </a:lnTo>
                <a:lnTo>
                  <a:pt x="1352739" y="288605"/>
                </a:lnTo>
                <a:lnTo>
                  <a:pt x="1393792" y="307683"/>
                </a:lnTo>
                <a:lnTo>
                  <a:pt x="1434534" y="327312"/>
                </a:lnTo>
                <a:lnTo>
                  <a:pt x="1474960" y="347486"/>
                </a:lnTo>
                <a:lnTo>
                  <a:pt x="1515064" y="368201"/>
                </a:lnTo>
                <a:lnTo>
                  <a:pt x="1554843" y="389452"/>
                </a:lnTo>
                <a:lnTo>
                  <a:pt x="1594291" y="411234"/>
                </a:lnTo>
                <a:lnTo>
                  <a:pt x="1633404" y="433543"/>
                </a:lnTo>
                <a:lnTo>
                  <a:pt x="1672177" y="456373"/>
                </a:lnTo>
                <a:lnTo>
                  <a:pt x="1710605" y="479720"/>
                </a:lnTo>
                <a:lnTo>
                  <a:pt x="1748683" y="503579"/>
                </a:lnTo>
                <a:lnTo>
                  <a:pt x="1786407" y="527945"/>
                </a:lnTo>
                <a:lnTo>
                  <a:pt x="1823771" y="552814"/>
                </a:lnTo>
                <a:lnTo>
                  <a:pt x="1860772" y="578181"/>
                </a:lnTo>
                <a:lnTo>
                  <a:pt x="1897403" y="604040"/>
                </a:lnTo>
                <a:lnTo>
                  <a:pt x="1933662" y="630388"/>
                </a:lnTo>
                <a:lnTo>
                  <a:pt x="1969541" y="657220"/>
                </a:lnTo>
                <a:lnTo>
                  <a:pt x="2005038" y="684530"/>
                </a:lnTo>
                <a:lnTo>
                  <a:pt x="2040147" y="712313"/>
                </a:lnTo>
                <a:lnTo>
                  <a:pt x="2074863" y="740566"/>
                </a:lnTo>
                <a:lnTo>
                  <a:pt x="2109182" y="769283"/>
                </a:lnTo>
                <a:lnTo>
                  <a:pt x="2143098" y="798460"/>
                </a:lnTo>
                <a:lnTo>
                  <a:pt x="2176607" y="828092"/>
                </a:lnTo>
                <a:lnTo>
                  <a:pt x="2209705" y="858173"/>
                </a:lnTo>
                <a:lnTo>
                  <a:pt x="2242386" y="888700"/>
                </a:lnTo>
                <a:lnTo>
                  <a:pt x="2274646" y="919667"/>
                </a:lnTo>
                <a:lnTo>
                  <a:pt x="2306480" y="951070"/>
                </a:lnTo>
                <a:lnTo>
                  <a:pt x="2337882" y="982903"/>
                </a:lnTo>
                <a:lnTo>
                  <a:pt x="2368850" y="1015163"/>
                </a:lnTo>
                <a:lnTo>
                  <a:pt x="2399376" y="1047844"/>
                </a:lnTo>
                <a:lnTo>
                  <a:pt x="2429458" y="1080942"/>
                </a:lnTo>
                <a:lnTo>
                  <a:pt x="2459089" y="1114451"/>
                </a:lnTo>
                <a:lnTo>
                  <a:pt x="2488266" y="1148368"/>
                </a:lnTo>
                <a:lnTo>
                  <a:pt x="2516983" y="1182687"/>
                </a:lnTo>
                <a:lnTo>
                  <a:pt x="2545236" y="1217403"/>
                </a:lnTo>
                <a:lnTo>
                  <a:pt x="2573020" y="1252511"/>
                </a:lnTo>
                <a:lnTo>
                  <a:pt x="2600330" y="1288008"/>
                </a:lnTo>
                <a:lnTo>
                  <a:pt x="2627161" y="1323888"/>
                </a:lnTo>
                <a:lnTo>
                  <a:pt x="2653509" y="1360146"/>
                </a:lnTo>
                <a:lnTo>
                  <a:pt x="2679369" y="1396778"/>
                </a:lnTo>
                <a:lnTo>
                  <a:pt x="2704735" y="1433778"/>
                </a:lnTo>
                <a:lnTo>
                  <a:pt x="2729604" y="1471143"/>
                </a:lnTo>
                <a:lnTo>
                  <a:pt x="2753971" y="1508866"/>
                </a:lnTo>
                <a:lnTo>
                  <a:pt x="2777830" y="1546945"/>
                </a:lnTo>
                <a:lnTo>
                  <a:pt x="2801177" y="1585372"/>
                </a:lnTo>
                <a:lnTo>
                  <a:pt x="2824007" y="1624145"/>
                </a:lnTo>
                <a:lnTo>
                  <a:pt x="2846315" y="1663258"/>
                </a:lnTo>
                <a:lnTo>
                  <a:pt x="2868097" y="1702706"/>
                </a:lnTo>
                <a:lnTo>
                  <a:pt x="2889348" y="1742485"/>
                </a:lnTo>
                <a:lnTo>
                  <a:pt x="2910063" y="1782590"/>
                </a:lnTo>
                <a:lnTo>
                  <a:pt x="2930237" y="1823015"/>
                </a:lnTo>
                <a:lnTo>
                  <a:pt x="2949866" y="1863757"/>
                </a:lnTo>
                <a:lnTo>
                  <a:pt x="2968944" y="1904810"/>
                </a:lnTo>
                <a:lnTo>
                  <a:pt x="2987468" y="1946170"/>
                </a:lnTo>
                <a:lnTo>
                  <a:pt x="3005431" y="1987832"/>
                </a:lnTo>
                <a:lnTo>
                  <a:pt x="3022830" y="2029791"/>
                </a:lnTo>
                <a:lnTo>
                  <a:pt x="3039660" y="2072043"/>
                </a:lnTo>
                <a:lnTo>
                  <a:pt x="3055915" y="2114582"/>
                </a:lnTo>
                <a:lnTo>
                  <a:pt x="3071591" y="2157404"/>
                </a:lnTo>
                <a:lnTo>
                  <a:pt x="3086684" y="2200503"/>
                </a:lnTo>
                <a:lnTo>
                  <a:pt x="3101188" y="2243877"/>
                </a:lnTo>
                <a:lnTo>
                  <a:pt x="3115098" y="2287518"/>
                </a:lnTo>
                <a:lnTo>
                  <a:pt x="3128411" y="2331423"/>
                </a:lnTo>
                <a:lnTo>
                  <a:pt x="3141121" y="2375588"/>
                </a:lnTo>
                <a:lnTo>
                  <a:pt x="3153223" y="2420006"/>
                </a:lnTo>
                <a:lnTo>
                  <a:pt x="3164713" y="2464674"/>
                </a:lnTo>
                <a:lnTo>
                  <a:pt x="3175586" y="2509586"/>
                </a:lnTo>
                <a:lnTo>
                  <a:pt x="3185837" y="2554738"/>
                </a:lnTo>
                <a:lnTo>
                  <a:pt x="3195461" y="2600125"/>
                </a:lnTo>
                <a:lnTo>
                  <a:pt x="3204453" y="2645743"/>
                </a:lnTo>
                <a:lnTo>
                  <a:pt x="3212809" y="2691586"/>
                </a:lnTo>
                <a:lnTo>
                  <a:pt x="3220525" y="2737649"/>
                </a:lnTo>
                <a:lnTo>
                  <a:pt x="3227594" y="2783929"/>
                </a:lnTo>
                <a:lnTo>
                  <a:pt x="3234013" y="2830419"/>
                </a:lnTo>
                <a:lnTo>
                  <a:pt x="3239776" y="2877117"/>
                </a:lnTo>
                <a:lnTo>
                  <a:pt x="3244879" y="2924015"/>
                </a:lnTo>
                <a:lnTo>
                  <a:pt x="3249318" y="2971111"/>
                </a:lnTo>
                <a:lnTo>
                  <a:pt x="3253086" y="3018398"/>
                </a:lnTo>
                <a:lnTo>
                  <a:pt x="3256180" y="3065873"/>
                </a:lnTo>
                <a:lnTo>
                  <a:pt x="3257550" y="3092897"/>
                </a:lnTo>
                <a:close/>
              </a:path>
            </a:pathLst>
          </a:custGeom>
          <a:solidFill>
            <a:srgbClr val="FFB4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40928CA-FAA8-08AE-48FE-E14D7059F51B}"/>
              </a:ext>
            </a:extLst>
          </p:cNvPr>
          <p:cNvSpPr/>
          <p:nvPr/>
        </p:nvSpPr>
        <p:spPr>
          <a:xfrm>
            <a:off x="15030450" y="-1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0" y="164644"/>
                </a:moveTo>
                <a:lnTo>
                  <a:pt x="0" y="0"/>
                </a:lnTo>
                <a:lnTo>
                  <a:pt x="971043" y="0"/>
                </a:lnTo>
                <a:lnTo>
                  <a:pt x="971546" y="48408"/>
                </a:lnTo>
                <a:lnTo>
                  <a:pt x="973051" y="96574"/>
                </a:lnTo>
                <a:lnTo>
                  <a:pt x="975546" y="144485"/>
                </a:lnTo>
                <a:lnTo>
                  <a:pt x="979021" y="192134"/>
                </a:lnTo>
                <a:lnTo>
                  <a:pt x="983468" y="239508"/>
                </a:lnTo>
                <a:lnTo>
                  <a:pt x="988876" y="286599"/>
                </a:lnTo>
                <a:lnTo>
                  <a:pt x="995234" y="333397"/>
                </a:lnTo>
                <a:lnTo>
                  <a:pt x="1002533" y="379892"/>
                </a:lnTo>
                <a:lnTo>
                  <a:pt x="1010763" y="426073"/>
                </a:lnTo>
                <a:lnTo>
                  <a:pt x="1019915" y="471931"/>
                </a:lnTo>
                <a:lnTo>
                  <a:pt x="1029977" y="517455"/>
                </a:lnTo>
                <a:lnTo>
                  <a:pt x="1040940" y="562637"/>
                </a:lnTo>
                <a:lnTo>
                  <a:pt x="1052795" y="607465"/>
                </a:lnTo>
                <a:lnTo>
                  <a:pt x="1065530" y="651930"/>
                </a:lnTo>
                <a:lnTo>
                  <a:pt x="1079137" y="696022"/>
                </a:lnTo>
                <a:lnTo>
                  <a:pt x="1093605" y="739730"/>
                </a:lnTo>
                <a:lnTo>
                  <a:pt x="1108924" y="783046"/>
                </a:lnTo>
                <a:lnTo>
                  <a:pt x="1125085" y="825959"/>
                </a:lnTo>
                <a:lnTo>
                  <a:pt x="1142077" y="868459"/>
                </a:lnTo>
                <a:lnTo>
                  <a:pt x="1159890" y="910536"/>
                </a:lnTo>
                <a:lnTo>
                  <a:pt x="1178515" y="952180"/>
                </a:lnTo>
                <a:lnTo>
                  <a:pt x="1197941" y="993381"/>
                </a:lnTo>
                <a:lnTo>
                  <a:pt x="1218158" y="1034130"/>
                </a:lnTo>
                <a:lnTo>
                  <a:pt x="1239157" y="1074415"/>
                </a:lnTo>
                <a:lnTo>
                  <a:pt x="1260928" y="1114228"/>
                </a:lnTo>
                <a:lnTo>
                  <a:pt x="1283460" y="1153558"/>
                </a:lnTo>
                <a:lnTo>
                  <a:pt x="1306744" y="1192396"/>
                </a:lnTo>
                <a:lnTo>
                  <a:pt x="1330770" y="1230731"/>
                </a:lnTo>
                <a:lnTo>
                  <a:pt x="1355527" y="1268553"/>
                </a:lnTo>
                <a:lnTo>
                  <a:pt x="1381007" y="1305853"/>
                </a:lnTo>
                <a:lnTo>
                  <a:pt x="1407198" y="1342621"/>
                </a:lnTo>
                <a:lnTo>
                  <a:pt x="1434090" y="1378846"/>
                </a:lnTo>
                <a:lnTo>
                  <a:pt x="1461675" y="1414518"/>
                </a:lnTo>
                <a:lnTo>
                  <a:pt x="1489942" y="1449629"/>
                </a:lnTo>
                <a:lnTo>
                  <a:pt x="1518880" y="1484166"/>
                </a:lnTo>
                <a:lnTo>
                  <a:pt x="1548481" y="1518122"/>
                </a:lnTo>
                <a:lnTo>
                  <a:pt x="1578733" y="1551485"/>
                </a:lnTo>
                <a:lnTo>
                  <a:pt x="1609628" y="1584246"/>
                </a:lnTo>
                <a:lnTo>
                  <a:pt x="1641155" y="1616395"/>
                </a:lnTo>
                <a:lnTo>
                  <a:pt x="1673303" y="1647922"/>
                </a:lnTo>
                <a:lnTo>
                  <a:pt x="1706064" y="1678816"/>
                </a:lnTo>
                <a:lnTo>
                  <a:pt x="1739428" y="1709069"/>
                </a:lnTo>
                <a:lnTo>
                  <a:pt x="1773383" y="1738670"/>
                </a:lnTo>
                <a:lnTo>
                  <a:pt x="1807921" y="1767608"/>
                </a:lnTo>
                <a:lnTo>
                  <a:pt x="1843031" y="1795875"/>
                </a:lnTo>
                <a:lnTo>
                  <a:pt x="1878704" y="1823459"/>
                </a:lnTo>
                <a:lnTo>
                  <a:pt x="1914929" y="1850352"/>
                </a:lnTo>
                <a:lnTo>
                  <a:pt x="1951696" y="1876543"/>
                </a:lnTo>
                <a:lnTo>
                  <a:pt x="1988996" y="1902022"/>
                </a:lnTo>
                <a:lnTo>
                  <a:pt x="2026819" y="1926780"/>
                </a:lnTo>
                <a:lnTo>
                  <a:pt x="2065154" y="1950805"/>
                </a:lnTo>
                <a:lnTo>
                  <a:pt x="2103991" y="1974089"/>
                </a:lnTo>
                <a:lnTo>
                  <a:pt x="2143321" y="1996621"/>
                </a:lnTo>
                <a:lnTo>
                  <a:pt x="2183134" y="2018392"/>
                </a:lnTo>
                <a:lnTo>
                  <a:pt x="2223420" y="2039391"/>
                </a:lnTo>
                <a:lnTo>
                  <a:pt x="2264169" y="2059609"/>
                </a:lnTo>
                <a:lnTo>
                  <a:pt x="2305370" y="2079035"/>
                </a:lnTo>
                <a:lnTo>
                  <a:pt x="2347014" y="2097660"/>
                </a:lnTo>
                <a:lnTo>
                  <a:pt x="2389091" y="2115473"/>
                </a:lnTo>
                <a:lnTo>
                  <a:pt x="2431591" y="2132465"/>
                </a:lnTo>
                <a:lnTo>
                  <a:pt x="2474503" y="2148625"/>
                </a:lnTo>
                <a:lnTo>
                  <a:pt x="2517819" y="2163945"/>
                </a:lnTo>
                <a:lnTo>
                  <a:pt x="2561528" y="2178413"/>
                </a:lnTo>
                <a:lnTo>
                  <a:pt x="2605620" y="2192019"/>
                </a:lnTo>
                <a:lnTo>
                  <a:pt x="2650085" y="2204755"/>
                </a:lnTo>
                <a:lnTo>
                  <a:pt x="2694913" y="2216609"/>
                </a:lnTo>
                <a:lnTo>
                  <a:pt x="2740094" y="2227573"/>
                </a:lnTo>
                <a:lnTo>
                  <a:pt x="2785619" y="2237635"/>
                </a:lnTo>
                <a:lnTo>
                  <a:pt x="2831477" y="2246786"/>
                </a:lnTo>
                <a:lnTo>
                  <a:pt x="2877117" y="2254920"/>
                </a:lnTo>
                <a:lnTo>
                  <a:pt x="2924015" y="2262294"/>
                </a:lnTo>
                <a:lnTo>
                  <a:pt x="2970950" y="2268674"/>
                </a:lnTo>
                <a:lnTo>
                  <a:pt x="3018041" y="2274082"/>
                </a:lnTo>
                <a:lnTo>
                  <a:pt x="3065416" y="2278528"/>
                </a:lnTo>
                <a:lnTo>
                  <a:pt x="3113064" y="2282004"/>
                </a:lnTo>
                <a:lnTo>
                  <a:pt x="3160976" y="2284499"/>
                </a:lnTo>
                <a:lnTo>
                  <a:pt x="3209141" y="2286003"/>
                </a:lnTo>
                <a:lnTo>
                  <a:pt x="3257550" y="2286507"/>
                </a:lnTo>
                <a:lnTo>
                  <a:pt x="3257550" y="3257550"/>
                </a:lnTo>
                <a:lnTo>
                  <a:pt x="3092897" y="3257550"/>
                </a:lnTo>
                <a:lnTo>
                  <a:pt x="3065873" y="3256180"/>
                </a:lnTo>
                <a:lnTo>
                  <a:pt x="3018399" y="3253086"/>
                </a:lnTo>
                <a:lnTo>
                  <a:pt x="2971111" y="3249318"/>
                </a:lnTo>
                <a:lnTo>
                  <a:pt x="2924152" y="3244892"/>
                </a:lnTo>
                <a:lnTo>
                  <a:pt x="2877658" y="3239835"/>
                </a:lnTo>
                <a:lnTo>
                  <a:pt x="2830420" y="3234013"/>
                </a:lnTo>
                <a:lnTo>
                  <a:pt x="2783929" y="3227594"/>
                </a:lnTo>
                <a:lnTo>
                  <a:pt x="2737649" y="3220525"/>
                </a:lnTo>
                <a:lnTo>
                  <a:pt x="2691586" y="3212809"/>
                </a:lnTo>
                <a:lnTo>
                  <a:pt x="2645743" y="3204453"/>
                </a:lnTo>
                <a:lnTo>
                  <a:pt x="2600125" y="3195461"/>
                </a:lnTo>
                <a:lnTo>
                  <a:pt x="2554738" y="3185837"/>
                </a:lnTo>
                <a:lnTo>
                  <a:pt x="2509586" y="3175586"/>
                </a:lnTo>
                <a:lnTo>
                  <a:pt x="2464674" y="3164713"/>
                </a:lnTo>
                <a:lnTo>
                  <a:pt x="2420006" y="3153223"/>
                </a:lnTo>
                <a:lnTo>
                  <a:pt x="2375588" y="3141121"/>
                </a:lnTo>
                <a:lnTo>
                  <a:pt x="2331424" y="3128411"/>
                </a:lnTo>
                <a:lnTo>
                  <a:pt x="2287518" y="3115098"/>
                </a:lnTo>
                <a:lnTo>
                  <a:pt x="2243877" y="3101188"/>
                </a:lnTo>
                <a:lnTo>
                  <a:pt x="2200504" y="3086684"/>
                </a:lnTo>
                <a:lnTo>
                  <a:pt x="2157404" y="3071591"/>
                </a:lnTo>
                <a:lnTo>
                  <a:pt x="2114582" y="3055915"/>
                </a:lnTo>
                <a:lnTo>
                  <a:pt x="2072043" y="3039660"/>
                </a:lnTo>
                <a:lnTo>
                  <a:pt x="2029792" y="3022830"/>
                </a:lnTo>
                <a:lnTo>
                  <a:pt x="1987832" y="3005431"/>
                </a:lnTo>
                <a:lnTo>
                  <a:pt x="1946171" y="2987468"/>
                </a:lnTo>
                <a:lnTo>
                  <a:pt x="1904811" y="2968944"/>
                </a:lnTo>
                <a:lnTo>
                  <a:pt x="1863757" y="2949866"/>
                </a:lnTo>
                <a:lnTo>
                  <a:pt x="1823015" y="2930237"/>
                </a:lnTo>
                <a:lnTo>
                  <a:pt x="1782590" y="2910063"/>
                </a:lnTo>
                <a:lnTo>
                  <a:pt x="1742485" y="2889348"/>
                </a:lnTo>
                <a:lnTo>
                  <a:pt x="1702706" y="2868097"/>
                </a:lnTo>
                <a:lnTo>
                  <a:pt x="1663258" y="2846315"/>
                </a:lnTo>
                <a:lnTo>
                  <a:pt x="1624145" y="2824007"/>
                </a:lnTo>
                <a:lnTo>
                  <a:pt x="1585373" y="2801177"/>
                </a:lnTo>
                <a:lnTo>
                  <a:pt x="1546945" y="2777830"/>
                </a:lnTo>
                <a:lnTo>
                  <a:pt x="1508867" y="2753971"/>
                </a:lnTo>
                <a:lnTo>
                  <a:pt x="1471143" y="2729604"/>
                </a:lnTo>
                <a:lnTo>
                  <a:pt x="1433778" y="2704735"/>
                </a:lnTo>
                <a:lnTo>
                  <a:pt x="1396778" y="2679369"/>
                </a:lnTo>
                <a:lnTo>
                  <a:pt x="1360146" y="2653509"/>
                </a:lnTo>
                <a:lnTo>
                  <a:pt x="1323888" y="2627161"/>
                </a:lnTo>
                <a:lnTo>
                  <a:pt x="1288008" y="2600330"/>
                </a:lnTo>
                <a:lnTo>
                  <a:pt x="1252512" y="2573020"/>
                </a:lnTo>
                <a:lnTo>
                  <a:pt x="1217403" y="2545236"/>
                </a:lnTo>
                <a:lnTo>
                  <a:pt x="1182687" y="2516983"/>
                </a:lnTo>
                <a:lnTo>
                  <a:pt x="1148368" y="2488266"/>
                </a:lnTo>
                <a:lnTo>
                  <a:pt x="1114452" y="2459089"/>
                </a:lnTo>
                <a:lnTo>
                  <a:pt x="1080942" y="2429458"/>
                </a:lnTo>
                <a:lnTo>
                  <a:pt x="1047845" y="2399376"/>
                </a:lnTo>
                <a:lnTo>
                  <a:pt x="1015163" y="2368850"/>
                </a:lnTo>
                <a:lnTo>
                  <a:pt x="982904" y="2337882"/>
                </a:lnTo>
                <a:lnTo>
                  <a:pt x="951070" y="2306480"/>
                </a:lnTo>
                <a:lnTo>
                  <a:pt x="919667" y="2274646"/>
                </a:lnTo>
                <a:lnTo>
                  <a:pt x="888700" y="2242386"/>
                </a:lnTo>
                <a:lnTo>
                  <a:pt x="858173" y="2209705"/>
                </a:lnTo>
                <a:lnTo>
                  <a:pt x="828092" y="2176607"/>
                </a:lnTo>
                <a:lnTo>
                  <a:pt x="798460" y="2143098"/>
                </a:lnTo>
                <a:lnTo>
                  <a:pt x="769284" y="2109182"/>
                </a:lnTo>
                <a:lnTo>
                  <a:pt x="740566" y="2074863"/>
                </a:lnTo>
                <a:lnTo>
                  <a:pt x="712314" y="2040147"/>
                </a:lnTo>
                <a:lnTo>
                  <a:pt x="684530" y="2005038"/>
                </a:lnTo>
                <a:lnTo>
                  <a:pt x="657220" y="1969541"/>
                </a:lnTo>
                <a:lnTo>
                  <a:pt x="630389" y="1933662"/>
                </a:lnTo>
                <a:lnTo>
                  <a:pt x="604041" y="1897403"/>
                </a:lnTo>
                <a:lnTo>
                  <a:pt x="578181" y="1860772"/>
                </a:lnTo>
                <a:lnTo>
                  <a:pt x="552814" y="1823771"/>
                </a:lnTo>
                <a:lnTo>
                  <a:pt x="527945" y="1786407"/>
                </a:lnTo>
                <a:lnTo>
                  <a:pt x="503579" y="1748683"/>
                </a:lnTo>
                <a:lnTo>
                  <a:pt x="479720" y="1710605"/>
                </a:lnTo>
                <a:lnTo>
                  <a:pt x="456373" y="1672177"/>
                </a:lnTo>
                <a:lnTo>
                  <a:pt x="433543" y="1633404"/>
                </a:lnTo>
                <a:lnTo>
                  <a:pt x="411234" y="1594291"/>
                </a:lnTo>
                <a:lnTo>
                  <a:pt x="389452" y="1554843"/>
                </a:lnTo>
                <a:lnTo>
                  <a:pt x="368201" y="1515064"/>
                </a:lnTo>
                <a:lnTo>
                  <a:pt x="347486" y="1474960"/>
                </a:lnTo>
                <a:lnTo>
                  <a:pt x="327312" y="1434534"/>
                </a:lnTo>
                <a:lnTo>
                  <a:pt x="307684" y="1393792"/>
                </a:lnTo>
                <a:lnTo>
                  <a:pt x="288605" y="1352739"/>
                </a:lnTo>
                <a:lnTo>
                  <a:pt x="270082" y="1311379"/>
                </a:lnTo>
                <a:lnTo>
                  <a:pt x="252118" y="1269717"/>
                </a:lnTo>
                <a:lnTo>
                  <a:pt x="234720" y="1227758"/>
                </a:lnTo>
                <a:lnTo>
                  <a:pt x="217890" y="1185507"/>
                </a:lnTo>
                <a:lnTo>
                  <a:pt x="201635" y="1142968"/>
                </a:lnTo>
                <a:lnTo>
                  <a:pt x="185959" y="1100146"/>
                </a:lnTo>
                <a:lnTo>
                  <a:pt x="170866" y="1057046"/>
                </a:lnTo>
                <a:lnTo>
                  <a:pt x="156362" y="1013673"/>
                </a:lnTo>
                <a:lnTo>
                  <a:pt x="142451" y="970031"/>
                </a:lnTo>
                <a:lnTo>
                  <a:pt x="129138" y="926126"/>
                </a:lnTo>
                <a:lnTo>
                  <a:pt x="116429" y="881962"/>
                </a:lnTo>
                <a:lnTo>
                  <a:pt x="104326" y="837544"/>
                </a:lnTo>
                <a:lnTo>
                  <a:pt x="92836" y="792876"/>
                </a:lnTo>
                <a:lnTo>
                  <a:pt x="81964" y="747964"/>
                </a:lnTo>
                <a:lnTo>
                  <a:pt x="71713" y="702811"/>
                </a:lnTo>
                <a:lnTo>
                  <a:pt x="62089" y="657424"/>
                </a:lnTo>
                <a:lnTo>
                  <a:pt x="53096" y="611807"/>
                </a:lnTo>
                <a:lnTo>
                  <a:pt x="44740" y="565964"/>
                </a:lnTo>
                <a:lnTo>
                  <a:pt x="37025" y="519900"/>
                </a:lnTo>
                <a:lnTo>
                  <a:pt x="29956" y="473621"/>
                </a:lnTo>
                <a:lnTo>
                  <a:pt x="23537" y="427130"/>
                </a:lnTo>
                <a:lnTo>
                  <a:pt x="17773" y="380433"/>
                </a:lnTo>
                <a:lnTo>
                  <a:pt x="12670" y="333534"/>
                </a:lnTo>
                <a:lnTo>
                  <a:pt x="8232" y="286439"/>
                </a:lnTo>
                <a:lnTo>
                  <a:pt x="4463" y="239151"/>
                </a:lnTo>
                <a:lnTo>
                  <a:pt x="1369" y="191676"/>
                </a:lnTo>
                <a:lnTo>
                  <a:pt x="0" y="164644"/>
                </a:lnTo>
                <a:close/>
              </a:path>
            </a:pathLst>
          </a:custGeom>
          <a:solidFill>
            <a:srgbClr val="A1B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FF4A4C8-3C3A-BDF7-3C38-103516110021}"/>
              </a:ext>
            </a:extLst>
          </p:cNvPr>
          <p:cNvGrpSpPr/>
          <p:nvPr/>
        </p:nvGrpSpPr>
        <p:grpSpPr>
          <a:xfrm>
            <a:off x="282788" y="397087"/>
            <a:ext cx="2003425" cy="2003425"/>
            <a:chOff x="282788" y="397087"/>
            <a:chExt cx="2003425" cy="200342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17802C-16D0-3D2D-303E-C26D88644E38}"/>
                </a:ext>
              </a:extLst>
            </p:cNvPr>
            <p:cNvSpPr/>
            <p:nvPr/>
          </p:nvSpPr>
          <p:spPr>
            <a:xfrm>
              <a:off x="282788" y="397087"/>
              <a:ext cx="2003425" cy="2003425"/>
            </a:xfrm>
            <a:custGeom>
              <a:avLst/>
              <a:gdLst/>
              <a:ahLst/>
              <a:cxnLst/>
              <a:rect l="l" t="t" r="r" b="b"/>
              <a:pathLst>
                <a:path w="2003425" h="2003425">
                  <a:moveTo>
                    <a:pt x="1001693" y="2003386"/>
                  </a:moveTo>
                  <a:lnTo>
                    <a:pt x="953160" y="2002231"/>
                  </a:lnTo>
                  <a:lnTo>
                    <a:pt x="905223" y="1998800"/>
                  </a:lnTo>
                  <a:lnTo>
                    <a:pt x="857934" y="1993147"/>
                  </a:lnTo>
                  <a:lnTo>
                    <a:pt x="811347" y="1985324"/>
                  </a:lnTo>
                  <a:lnTo>
                    <a:pt x="765514" y="1975382"/>
                  </a:lnTo>
                  <a:lnTo>
                    <a:pt x="720486" y="1963376"/>
                  </a:lnTo>
                  <a:lnTo>
                    <a:pt x="676317" y="1949356"/>
                  </a:lnTo>
                  <a:lnTo>
                    <a:pt x="633059" y="1933376"/>
                  </a:lnTo>
                  <a:lnTo>
                    <a:pt x="590764" y="1915489"/>
                  </a:lnTo>
                  <a:lnTo>
                    <a:pt x="549486" y="1895745"/>
                  </a:lnTo>
                  <a:lnTo>
                    <a:pt x="509275" y="1874199"/>
                  </a:lnTo>
                  <a:lnTo>
                    <a:pt x="470186" y="1850902"/>
                  </a:lnTo>
                  <a:lnTo>
                    <a:pt x="432270" y="1825907"/>
                  </a:lnTo>
                  <a:lnTo>
                    <a:pt x="395579" y="1799267"/>
                  </a:lnTo>
                  <a:lnTo>
                    <a:pt x="360167" y="1771033"/>
                  </a:lnTo>
                  <a:lnTo>
                    <a:pt x="326086" y="1741259"/>
                  </a:lnTo>
                  <a:lnTo>
                    <a:pt x="293388" y="1709997"/>
                  </a:lnTo>
                  <a:lnTo>
                    <a:pt x="262126" y="1677299"/>
                  </a:lnTo>
                  <a:lnTo>
                    <a:pt x="232352" y="1643217"/>
                  </a:lnTo>
                  <a:lnTo>
                    <a:pt x="204118" y="1607805"/>
                  </a:lnTo>
                  <a:lnTo>
                    <a:pt x="177478" y="1571115"/>
                  </a:lnTo>
                  <a:lnTo>
                    <a:pt x="152483" y="1533199"/>
                  </a:lnTo>
                  <a:lnTo>
                    <a:pt x="129186" y="1494110"/>
                  </a:lnTo>
                  <a:lnTo>
                    <a:pt x="107640" y="1453900"/>
                  </a:lnTo>
                  <a:lnTo>
                    <a:pt x="87896" y="1412621"/>
                  </a:lnTo>
                  <a:lnTo>
                    <a:pt x="70009" y="1370326"/>
                  </a:lnTo>
                  <a:lnTo>
                    <a:pt x="54029" y="1327068"/>
                  </a:lnTo>
                  <a:lnTo>
                    <a:pt x="40009" y="1282899"/>
                  </a:lnTo>
                  <a:lnTo>
                    <a:pt x="28003" y="1237872"/>
                  </a:lnTo>
                  <a:lnTo>
                    <a:pt x="18061" y="1192039"/>
                  </a:lnTo>
                  <a:lnTo>
                    <a:pt x="10238" y="1145452"/>
                  </a:lnTo>
                  <a:lnTo>
                    <a:pt x="4585" y="1098164"/>
                  </a:lnTo>
                  <a:lnTo>
                    <a:pt x="1155" y="1050227"/>
                  </a:lnTo>
                  <a:lnTo>
                    <a:pt x="0" y="1001694"/>
                  </a:lnTo>
                  <a:lnTo>
                    <a:pt x="1155" y="953161"/>
                  </a:lnTo>
                  <a:lnTo>
                    <a:pt x="4585" y="905224"/>
                  </a:lnTo>
                  <a:lnTo>
                    <a:pt x="10238" y="857936"/>
                  </a:lnTo>
                  <a:lnTo>
                    <a:pt x="18061" y="811349"/>
                  </a:lnTo>
                  <a:lnTo>
                    <a:pt x="28003" y="765515"/>
                  </a:lnTo>
                  <a:lnTo>
                    <a:pt x="40009" y="720487"/>
                  </a:lnTo>
                  <a:lnTo>
                    <a:pt x="54029" y="676318"/>
                  </a:lnTo>
                  <a:lnTo>
                    <a:pt x="70009" y="633060"/>
                  </a:lnTo>
                  <a:lnTo>
                    <a:pt x="87896" y="590766"/>
                  </a:lnTo>
                  <a:lnTo>
                    <a:pt x="107640" y="549487"/>
                  </a:lnTo>
                  <a:lnTo>
                    <a:pt x="129186" y="509276"/>
                  </a:lnTo>
                  <a:lnTo>
                    <a:pt x="152483" y="470187"/>
                  </a:lnTo>
                  <a:lnTo>
                    <a:pt x="177478" y="432271"/>
                  </a:lnTo>
                  <a:lnTo>
                    <a:pt x="204118" y="395580"/>
                  </a:lnTo>
                  <a:lnTo>
                    <a:pt x="232352" y="360168"/>
                  </a:lnTo>
                  <a:lnTo>
                    <a:pt x="262126" y="326087"/>
                  </a:lnTo>
                  <a:lnTo>
                    <a:pt x="293388" y="293389"/>
                  </a:lnTo>
                  <a:lnTo>
                    <a:pt x="326086" y="262127"/>
                  </a:lnTo>
                  <a:lnTo>
                    <a:pt x="360167" y="232352"/>
                  </a:lnTo>
                  <a:lnTo>
                    <a:pt x="395579" y="204119"/>
                  </a:lnTo>
                  <a:lnTo>
                    <a:pt x="432270" y="177478"/>
                  </a:lnTo>
                  <a:lnTo>
                    <a:pt x="470186" y="152483"/>
                  </a:lnTo>
                  <a:lnTo>
                    <a:pt x="509275" y="129186"/>
                  </a:lnTo>
                  <a:lnTo>
                    <a:pt x="549486" y="107640"/>
                  </a:lnTo>
                  <a:lnTo>
                    <a:pt x="590764" y="87897"/>
                  </a:lnTo>
                  <a:lnTo>
                    <a:pt x="633059" y="70009"/>
                  </a:lnTo>
                  <a:lnTo>
                    <a:pt x="676317" y="54029"/>
                  </a:lnTo>
                  <a:lnTo>
                    <a:pt x="720486" y="40009"/>
                  </a:lnTo>
                  <a:lnTo>
                    <a:pt x="765514" y="28003"/>
                  </a:lnTo>
                  <a:lnTo>
                    <a:pt x="811347" y="18062"/>
                  </a:lnTo>
                  <a:lnTo>
                    <a:pt x="857934" y="10238"/>
                  </a:lnTo>
                  <a:lnTo>
                    <a:pt x="905223" y="4585"/>
                  </a:lnTo>
                  <a:lnTo>
                    <a:pt x="953160" y="1155"/>
                  </a:lnTo>
                  <a:lnTo>
                    <a:pt x="1001693" y="0"/>
                  </a:lnTo>
                  <a:lnTo>
                    <a:pt x="1050225" y="1155"/>
                  </a:lnTo>
                  <a:lnTo>
                    <a:pt x="1098162" y="4585"/>
                  </a:lnTo>
                  <a:lnTo>
                    <a:pt x="1145450" y="10238"/>
                  </a:lnTo>
                  <a:lnTo>
                    <a:pt x="1192037" y="18062"/>
                  </a:lnTo>
                  <a:lnTo>
                    <a:pt x="1237871" y="28003"/>
                  </a:lnTo>
                  <a:lnTo>
                    <a:pt x="1282898" y="40009"/>
                  </a:lnTo>
                  <a:lnTo>
                    <a:pt x="1327067" y="54029"/>
                  </a:lnTo>
                  <a:lnTo>
                    <a:pt x="1370325" y="70009"/>
                  </a:lnTo>
                  <a:lnTo>
                    <a:pt x="1412619" y="87897"/>
                  </a:lnTo>
                  <a:lnTo>
                    <a:pt x="1453898" y="107640"/>
                  </a:lnTo>
                  <a:lnTo>
                    <a:pt x="1494108" y="129186"/>
                  </a:lnTo>
                  <a:lnTo>
                    <a:pt x="1533198" y="152483"/>
                  </a:lnTo>
                  <a:lnTo>
                    <a:pt x="1571114" y="177478"/>
                  </a:lnTo>
                  <a:lnTo>
                    <a:pt x="1607804" y="204119"/>
                  </a:lnTo>
                  <a:lnTo>
                    <a:pt x="1643216" y="232352"/>
                  </a:lnTo>
                  <a:lnTo>
                    <a:pt x="1677297" y="262127"/>
                  </a:lnTo>
                  <a:lnTo>
                    <a:pt x="1709995" y="293389"/>
                  </a:lnTo>
                  <a:lnTo>
                    <a:pt x="1741258" y="326087"/>
                  </a:lnTo>
                  <a:lnTo>
                    <a:pt x="1771032" y="360168"/>
                  </a:lnTo>
                  <a:lnTo>
                    <a:pt x="1799265" y="395580"/>
                  </a:lnTo>
                  <a:lnTo>
                    <a:pt x="1825906" y="432271"/>
                  </a:lnTo>
                  <a:lnTo>
                    <a:pt x="1850901" y="470187"/>
                  </a:lnTo>
                  <a:lnTo>
                    <a:pt x="1874197" y="509276"/>
                  </a:lnTo>
                  <a:lnTo>
                    <a:pt x="1895744" y="549487"/>
                  </a:lnTo>
                  <a:lnTo>
                    <a:pt x="1915487" y="590766"/>
                  </a:lnTo>
                  <a:lnTo>
                    <a:pt x="1933375" y="633060"/>
                  </a:lnTo>
                  <a:lnTo>
                    <a:pt x="1949355" y="676318"/>
                  </a:lnTo>
                  <a:lnTo>
                    <a:pt x="1963374" y="720487"/>
                  </a:lnTo>
                  <a:lnTo>
                    <a:pt x="1975381" y="765515"/>
                  </a:lnTo>
                  <a:lnTo>
                    <a:pt x="1985322" y="811349"/>
                  </a:lnTo>
                  <a:lnTo>
                    <a:pt x="1993146" y="857936"/>
                  </a:lnTo>
                  <a:lnTo>
                    <a:pt x="1998799" y="905224"/>
                  </a:lnTo>
                  <a:lnTo>
                    <a:pt x="2002229" y="953161"/>
                  </a:lnTo>
                  <a:lnTo>
                    <a:pt x="2003384" y="1001694"/>
                  </a:lnTo>
                  <a:lnTo>
                    <a:pt x="2002229" y="1050227"/>
                  </a:lnTo>
                  <a:lnTo>
                    <a:pt x="1998799" y="1098164"/>
                  </a:lnTo>
                  <a:lnTo>
                    <a:pt x="1993146" y="1145452"/>
                  </a:lnTo>
                  <a:lnTo>
                    <a:pt x="1985322" y="1192039"/>
                  </a:lnTo>
                  <a:lnTo>
                    <a:pt x="1975381" y="1237872"/>
                  </a:lnTo>
                  <a:lnTo>
                    <a:pt x="1963374" y="1282899"/>
                  </a:lnTo>
                  <a:lnTo>
                    <a:pt x="1949355" y="1327068"/>
                  </a:lnTo>
                  <a:lnTo>
                    <a:pt x="1933375" y="1370326"/>
                  </a:lnTo>
                  <a:lnTo>
                    <a:pt x="1915487" y="1412621"/>
                  </a:lnTo>
                  <a:lnTo>
                    <a:pt x="1895744" y="1453900"/>
                  </a:lnTo>
                  <a:lnTo>
                    <a:pt x="1874197" y="1494110"/>
                  </a:lnTo>
                  <a:lnTo>
                    <a:pt x="1850901" y="1533199"/>
                  </a:lnTo>
                  <a:lnTo>
                    <a:pt x="1825906" y="1571115"/>
                  </a:lnTo>
                  <a:lnTo>
                    <a:pt x="1799265" y="1607805"/>
                  </a:lnTo>
                  <a:lnTo>
                    <a:pt x="1771032" y="1643217"/>
                  </a:lnTo>
                  <a:lnTo>
                    <a:pt x="1741258" y="1677299"/>
                  </a:lnTo>
                  <a:lnTo>
                    <a:pt x="1709995" y="1709997"/>
                  </a:lnTo>
                  <a:lnTo>
                    <a:pt x="1677297" y="1741259"/>
                  </a:lnTo>
                  <a:lnTo>
                    <a:pt x="1643216" y="1771033"/>
                  </a:lnTo>
                  <a:lnTo>
                    <a:pt x="1607804" y="1799267"/>
                  </a:lnTo>
                  <a:lnTo>
                    <a:pt x="1571114" y="1825907"/>
                  </a:lnTo>
                  <a:lnTo>
                    <a:pt x="1533198" y="1850902"/>
                  </a:lnTo>
                  <a:lnTo>
                    <a:pt x="1494108" y="1874199"/>
                  </a:lnTo>
                  <a:lnTo>
                    <a:pt x="1453898" y="1895745"/>
                  </a:lnTo>
                  <a:lnTo>
                    <a:pt x="1412619" y="1915489"/>
                  </a:lnTo>
                  <a:lnTo>
                    <a:pt x="1370325" y="1933376"/>
                  </a:lnTo>
                  <a:lnTo>
                    <a:pt x="1327067" y="1949356"/>
                  </a:lnTo>
                  <a:lnTo>
                    <a:pt x="1282898" y="1963376"/>
                  </a:lnTo>
                  <a:lnTo>
                    <a:pt x="1237871" y="1975382"/>
                  </a:lnTo>
                  <a:lnTo>
                    <a:pt x="1192037" y="1985324"/>
                  </a:lnTo>
                  <a:lnTo>
                    <a:pt x="1145450" y="1993147"/>
                  </a:lnTo>
                  <a:lnTo>
                    <a:pt x="1098162" y="1998800"/>
                  </a:lnTo>
                  <a:lnTo>
                    <a:pt x="1050225" y="2002231"/>
                  </a:lnTo>
                  <a:lnTo>
                    <a:pt x="1001693" y="2003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A06F0CF0-FCAD-98F3-918D-8C7322D3511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750" y="551986"/>
              <a:ext cx="1695385" cy="1695385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7EDC77BE-85D4-8FDA-AE40-2F46C8E77100}"/>
              </a:ext>
            </a:extLst>
          </p:cNvPr>
          <p:cNvSpPr txBox="1"/>
          <p:nvPr/>
        </p:nvSpPr>
        <p:spPr>
          <a:xfrm>
            <a:off x="4171498" y="1051209"/>
            <a:ext cx="8477701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b="1" spc="265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ESP 32 dan </a:t>
            </a:r>
            <a:r>
              <a:rPr lang="en-US" sz="5000" b="1" spc="265" dirty="0" err="1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Mikrokontroler</a:t>
            </a:r>
            <a:endParaRPr lang="en-US" sz="5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0AA5B47-DA6C-3F74-2ED4-2BF82A67BD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4076" y="1007666"/>
            <a:ext cx="860848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0</a:t>
            </a:r>
            <a:r>
              <a:rPr lang="en-US"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3</a:t>
            </a:r>
            <a:endParaRPr sz="5000" spc="315" dirty="0">
              <a:latin typeface="STHupo" panose="02010800040101010101" pitchFamily="2" charset="-122"/>
              <a:ea typeface="STHupo" panose="02010800040101010101" pitchFamily="2" charset="-122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4D063B1-86C1-B44A-A5AE-FB26093D374E}"/>
              </a:ext>
            </a:extLst>
          </p:cNvPr>
          <p:cNvSpPr txBox="1"/>
          <p:nvPr/>
        </p:nvSpPr>
        <p:spPr>
          <a:xfrm>
            <a:off x="11715299" y="3074302"/>
            <a:ext cx="3657600" cy="1052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sz="500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78B7E-099D-E7F9-5549-771DAC109AAD}"/>
              </a:ext>
            </a:extLst>
          </p:cNvPr>
          <p:cNvSpPr txBox="1"/>
          <p:nvPr/>
        </p:nvSpPr>
        <p:spPr>
          <a:xfrm>
            <a:off x="6248400" y="3106959"/>
            <a:ext cx="10210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ts val="120"/>
              </a:spcBef>
            </a:pPr>
            <a:r>
              <a:rPr lang="en-ID" sz="3600" spc="9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ESP32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dan </a:t>
            </a:r>
            <a:r>
              <a:rPr lang="en-ID" sz="3600" spc="14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Papan</a:t>
            </a:r>
            <a:r>
              <a:rPr lang="en-ID" sz="3600" spc="-5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7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Mikrokontroler</a:t>
            </a:r>
            <a:r>
              <a:rPr lang="en-ID" sz="3600" spc="-5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1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yang </a:t>
            </a:r>
            <a:r>
              <a:rPr lang="en-ID" sz="3600" spc="9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dilengkapi</a:t>
            </a:r>
            <a:r>
              <a:rPr lang="en-ID" sz="3600" spc="-6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14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Wi-</a:t>
            </a:r>
            <a:r>
              <a:rPr lang="en-ID" sz="360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Fi</a:t>
            </a:r>
            <a:r>
              <a:rPr lang="en-ID" sz="3600" spc="-6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dan</a:t>
            </a:r>
            <a:r>
              <a:rPr lang="en-ID" sz="3600" spc="-6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1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Bluetooth </a:t>
            </a:r>
            <a:r>
              <a:rPr lang="en-ID" sz="3600" spc="11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menjadi</a:t>
            </a:r>
            <a:r>
              <a:rPr lang="en-ID" sz="3600" spc="11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1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satu</a:t>
            </a:r>
            <a:r>
              <a:rPr lang="en-ID" sz="3600" spc="8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.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0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Board</a:t>
            </a:r>
            <a:r>
              <a:rPr lang="en-ID" sz="3600" spc="-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7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ini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9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sering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14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digunakan</a:t>
            </a:r>
            <a:r>
              <a:rPr lang="en-ID" sz="3600" spc="114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14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untuk</a:t>
            </a:r>
            <a:r>
              <a:rPr lang="en-ID" sz="3600" spc="-6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0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proyek</a:t>
            </a:r>
            <a:r>
              <a:rPr lang="en-ID" sz="3600" spc="-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IoT</a:t>
            </a:r>
            <a:r>
              <a:rPr lang="en-ID" sz="3600" spc="-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(Internet</a:t>
            </a:r>
            <a:r>
              <a:rPr lang="en-ID" sz="3600" spc="-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2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of</a:t>
            </a:r>
            <a:r>
              <a:rPr lang="en-ID" sz="3600" spc="-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Things) </a:t>
            </a:r>
            <a:r>
              <a:rPr lang="en-ID" sz="3600" spc="7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karena</a:t>
            </a:r>
            <a:r>
              <a:rPr lang="en-ID" sz="3600" spc="-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8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mampu</a:t>
            </a:r>
            <a:r>
              <a:rPr lang="en-ID" sz="3600" spc="-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2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terhubung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8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ke</a:t>
            </a:r>
            <a:r>
              <a:rPr lang="en-ID" sz="3600" spc="-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-1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internet, </a:t>
            </a:r>
            <a:r>
              <a:rPr lang="en-ID" sz="3600" spc="14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mengolah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data, </a:t>
            </a:r>
            <a:r>
              <a:rPr lang="en-ID" sz="3600" spc="5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serta</a:t>
            </a:r>
            <a:r>
              <a:rPr lang="en-ID" sz="3600" spc="5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3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cocok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14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untuk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8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aplikasi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8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seperti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sensor, </a:t>
            </a:r>
            <a:r>
              <a:rPr lang="en-ID" sz="3600" spc="7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monitoring,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1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dan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8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kontrol</a:t>
            </a:r>
            <a:r>
              <a:rPr lang="en-ID" sz="3600" spc="-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600" spc="6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otomatis</a:t>
            </a:r>
            <a:r>
              <a:rPr lang="en-ID" sz="3600" spc="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. </a:t>
            </a:r>
            <a:endParaRPr lang="en-ID" sz="3600" dirty="0">
              <a:latin typeface="Bell MT" panose="02020503060305020303" pitchFamily="18" charset="0"/>
              <a:cs typeface="Trebuchet M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AFDBC4-428A-8F51-CEAC-6B75755753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30" b="861"/>
          <a:stretch>
            <a:fillRect/>
          </a:stretch>
        </p:blipFill>
        <p:spPr bwMode="auto">
          <a:xfrm>
            <a:off x="1277550" y="3106959"/>
            <a:ext cx="3960000" cy="33713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12F9D7-3ACD-837F-D8CC-D73459E8DF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76" y="9088683"/>
            <a:ext cx="646331" cy="6463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035D98A-AAE9-E555-3E03-6D86E50DF8C7}"/>
              </a:ext>
            </a:extLst>
          </p:cNvPr>
          <p:cNvSpPr txBox="1"/>
          <p:nvPr/>
        </p:nvSpPr>
        <p:spPr>
          <a:xfrm>
            <a:off x="1628775" y="9088683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POLITEKNIK NEGERI INDRAMAYU</a:t>
            </a:r>
          </a:p>
          <a:p>
            <a:pPr algn="just"/>
            <a:r>
              <a:rPr lang="en-US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 TEKNIK INFORMATIKA</a:t>
            </a:r>
            <a:endParaRPr lang="en-ID" sz="1800" b="1" dirty="0">
              <a:solidFill>
                <a:srgbClr val="4529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162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B1CDA-53D7-73F1-9602-2EF6965E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D2E927-C3A5-D074-1382-27AC36D1CB27}"/>
              </a:ext>
            </a:extLst>
          </p:cNvPr>
          <p:cNvSpPr/>
          <p:nvPr/>
        </p:nvSpPr>
        <p:spPr>
          <a:xfrm>
            <a:off x="0" y="7029449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3257550" y="3092897"/>
                </a:moveTo>
                <a:lnTo>
                  <a:pt x="3257550" y="3257550"/>
                </a:lnTo>
                <a:lnTo>
                  <a:pt x="2286507" y="3257550"/>
                </a:lnTo>
                <a:lnTo>
                  <a:pt x="2286003" y="3209141"/>
                </a:lnTo>
                <a:lnTo>
                  <a:pt x="2284499" y="3160976"/>
                </a:lnTo>
                <a:lnTo>
                  <a:pt x="2282004" y="3113064"/>
                </a:lnTo>
                <a:lnTo>
                  <a:pt x="2278528" y="3065416"/>
                </a:lnTo>
                <a:lnTo>
                  <a:pt x="2274082" y="3018041"/>
                </a:lnTo>
                <a:lnTo>
                  <a:pt x="2268674" y="2970950"/>
                </a:lnTo>
                <a:lnTo>
                  <a:pt x="2262316" y="2924152"/>
                </a:lnTo>
                <a:lnTo>
                  <a:pt x="2255016" y="2877658"/>
                </a:lnTo>
                <a:lnTo>
                  <a:pt x="2246786" y="2831477"/>
                </a:lnTo>
                <a:lnTo>
                  <a:pt x="2237635" y="2785619"/>
                </a:lnTo>
                <a:lnTo>
                  <a:pt x="2227573" y="2740094"/>
                </a:lnTo>
                <a:lnTo>
                  <a:pt x="2216609" y="2694913"/>
                </a:lnTo>
                <a:lnTo>
                  <a:pt x="2204755" y="2650085"/>
                </a:lnTo>
                <a:lnTo>
                  <a:pt x="2192019" y="2605620"/>
                </a:lnTo>
                <a:lnTo>
                  <a:pt x="2178413" y="2561528"/>
                </a:lnTo>
                <a:lnTo>
                  <a:pt x="2163945" y="2517819"/>
                </a:lnTo>
                <a:lnTo>
                  <a:pt x="2148625" y="2474503"/>
                </a:lnTo>
                <a:lnTo>
                  <a:pt x="2132465" y="2431590"/>
                </a:lnTo>
                <a:lnTo>
                  <a:pt x="2115473" y="2389091"/>
                </a:lnTo>
                <a:lnTo>
                  <a:pt x="2097660" y="2347014"/>
                </a:lnTo>
                <a:lnTo>
                  <a:pt x="2079035" y="2305370"/>
                </a:lnTo>
                <a:lnTo>
                  <a:pt x="2059609" y="2264168"/>
                </a:lnTo>
                <a:lnTo>
                  <a:pt x="2039391" y="2223420"/>
                </a:lnTo>
                <a:lnTo>
                  <a:pt x="2018392" y="2183134"/>
                </a:lnTo>
                <a:lnTo>
                  <a:pt x="1996621" y="2143321"/>
                </a:lnTo>
                <a:lnTo>
                  <a:pt x="1974089" y="2103991"/>
                </a:lnTo>
                <a:lnTo>
                  <a:pt x="1950805" y="2065153"/>
                </a:lnTo>
                <a:lnTo>
                  <a:pt x="1926780" y="2026818"/>
                </a:lnTo>
                <a:lnTo>
                  <a:pt x="1902022" y="1988996"/>
                </a:lnTo>
                <a:lnTo>
                  <a:pt x="1876543" y="1951696"/>
                </a:lnTo>
                <a:lnTo>
                  <a:pt x="1850352" y="1914929"/>
                </a:lnTo>
                <a:lnTo>
                  <a:pt x="1823459" y="1878704"/>
                </a:lnTo>
                <a:lnTo>
                  <a:pt x="1795875" y="1843031"/>
                </a:lnTo>
                <a:lnTo>
                  <a:pt x="1767608" y="1807921"/>
                </a:lnTo>
                <a:lnTo>
                  <a:pt x="1738670" y="1773383"/>
                </a:lnTo>
                <a:lnTo>
                  <a:pt x="1709069" y="1739428"/>
                </a:lnTo>
                <a:lnTo>
                  <a:pt x="1678816" y="1706064"/>
                </a:lnTo>
                <a:lnTo>
                  <a:pt x="1647922" y="1673303"/>
                </a:lnTo>
                <a:lnTo>
                  <a:pt x="1616395" y="1641154"/>
                </a:lnTo>
                <a:lnTo>
                  <a:pt x="1584246" y="1609628"/>
                </a:lnTo>
                <a:lnTo>
                  <a:pt x="1551485" y="1578733"/>
                </a:lnTo>
                <a:lnTo>
                  <a:pt x="1518122" y="1548480"/>
                </a:lnTo>
                <a:lnTo>
                  <a:pt x="1484166" y="1518880"/>
                </a:lnTo>
                <a:lnTo>
                  <a:pt x="1449629" y="1489941"/>
                </a:lnTo>
                <a:lnTo>
                  <a:pt x="1414518" y="1461675"/>
                </a:lnTo>
                <a:lnTo>
                  <a:pt x="1378846" y="1434090"/>
                </a:lnTo>
                <a:lnTo>
                  <a:pt x="1342621" y="1407197"/>
                </a:lnTo>
                <a:lnTo>
                  <a:pt x="1305853" y="1381006"/>
                </a:lnTo>
                <a:lnTo>
                  <a:pt x="1268553" y="1355527"/>
                </a:lnTo>
                <a:lnTo>
                  <a:pt x="1230731" y="1330770"/>
                </a:lnTo>
                <a:lnTo>
                  <a:pt x="1192396" y="1306744"/>
                </a:lnTo>
                <a:lnTo>
                  <a:pt x="1153558" y="1283460"/>
                </a:lnTo>
                <a:lnTo>
                  <a:pt x="1114228" y="1260928"/>
                </a:lnTo>
                <a:lnTo>
                  <a:pt x="1074415" y="1239157"/>
                </a:lnTo>
                <a:lnTo>
                  <a:pt x="1034130" y="1218158"/>
                </a:lnTo>
                <a:lnTo>
                  <a:pt x="993381" y="1197940"/>
                </a:lnTo>
                <a:lnTo>
                  <a:pt x="952180" y="1178514"/>
                </a:lnTo>
                <a:lnTo>
                  <a:pt x="910536" y="1159890"/>
                </a:lnTo>
                <a:lnTo>
                  <a:pt x="868459" y="1142076"/>
                </a:lnTo>
                <a:lnTo>
                  <a:pt x="825959" y="1125085"/>
                </a:lnTo>
                <a:lnTo>
                  <a:pt x="783046" y="1108924"/>
                </a:lnTo>
                <a:lnTo>
                  <a:pt x="739730" y="1093605"/>
                </a:lnTo>
                <a:lnTo>
                  <a:pt x="696022" y="1079137"/>
                </a:lnTo>
                <a:lnTo>
                  <a:pt x="651930" y="1065530"/>
                </a:lnTo>
                <a:lnTo>
                  <a:pt x="607465" y="1052794"/>
                </a:lnTo>
                <a:lnTo>
                  <a:pt x="562637" y="1040940"/>
                </a:lnTo>
                <a:lnTo>
                  <a:pt x="517455" y="1029977"/>
                </a:lnTo>
                <a:lnTo>
                  <a:pt x="471931" y="1019914"/>
                </a:lnTo>
                <a:lnTo>
                  <a:pt x="426073" y="1010763"/>
                </a:lnTo>
                <a:lnTo>
                  <a:pt x="380433" y="1002629"/>
                </a:lnTo>
                <a:lnTo>
                  <a:pt x="333534" y="995255"/>
                </a:lnTo>
                <a:lnTo>
                  <a:pt x="286599" y="988875"/>
                </a:lnTo>
                <a:lnTo>
                  <a:pt x="239508" y="983468"/>
                </a:lnTo>
                <a:lnTo>
                  <a:pt x="192134" y="979021"/>
                </a:lnTo>
                <a:lnTo>
                  <a:pt x="144485" y="975545"/>
                </a:lnTo>
                <a:lnTo>
                  <a:pt x="96574" y="973050"/>
                </a:lnTo>
                <a:lnTo>
                  <a:pt x="48408" y="971546"/>
                </a:lnTo>
                <a:lnTo>
                  <a:pt x="0" y="971042"/>
                </a:lnTo>
                <a:lnTo>
                  <a:pt x="0" y="0"/>
                </a:lnTo>
                <a:lnTo>
                  <a:pt x="164648" y="0"/>
                </a:lnTo>
                <a:lnTo>
                  <a:pt x="191676" y="1369"/>
                </a:lnTo>
                <a:lnTo>
                  <a:pt x="239151" y="4463"/>
                </a:lnTo>
                <a:lnTo>
                  <a:pt x="286439" y="8232"/>
                </a:lnTo>
                <a:lnTo>
                  <a:pt x="333397" y="12657"/>
                </a:lnTo>
                <a:lnTo>
                  <a:pt x="379892" y="17714"/>
                </a:lnTo>
                <a:lnTo>
                  <a:pt x="427130" y="23537"/>
                </a:lnTo>
                <a:lnTo>
                  <a:pt x="473621" y="29955"/>
                </a:lnTo>
                <a:lnTo>
                  <a:pt x="519900" y="37025"/>
                </a:lnTo>
                <a:lnTo>
                  <a:pt x="565964" y="44740"/>
                </a:lnTo>
                <a:lnTo>
                  <a:pt x="611807" y="53096"/>
                </a:lnTo>
                <a:lnTo>
                  <a:pt x="657424" y="62089"/>
                </a:lnTo>
                <a:lnTo>
                  <a:pt x="702811" y="71713"/>
                </a:lnTo>
                <a:lnTo>
                  <a:pt x="747964" y="81964"/>
                </a:lnTo>
                <a:lnTo>
                  <a:pt x="792876" y="92836"/>
                </a:lnTo>
                <a:lnTo>
                  <a:pt x="837544" y="104326"/>
                </a:lnTo>
                <a:lnTo>
                  <a:pt x="881962" y="116428"/>
                </a:lnTo>
                <a:lnTo>
                  <a:pt x="926126" y="129138"/>
                </a:lnTo>
                <a:lnTo>
                  <a:pt x="970031" y="142451"/>
                </a:lnTo>
                <a:lnTo>
                  <a:pt x="1013673" y="156362"/>
                </a:lnTo>
                <a:lnTo>
                  <a:pt x="1057046" y="170866"/>
                </a:lnTo>
                <a:lnTo>
                  <a:pt x="1100146" y="185958"/>
                </a:lnTo>
                <a:lnTo>
                  <a:pt x="1142968" y="201635"/>
                </a:lnTo>
                <a:lnTo>
                  <a:pt x="1185507" y="217890"/>
                </a:lnTo>
                <a:lnTo>
                  <a:pt x="1227758" y="234719"/>
                </a:lnTo>
                <a:lnTo>
                  <a:pt x="1269717" y="252118"/>
                </a:lnTo>
                <a:lnTo>
                  <a:pt x="1311379" y="270082"/>
                </a:lnTo>
                <a:lnTo>
                  <a:pt x="1352739" y="288605"/>
                </a:lnTo>
                <a:lnTo>
                  <a:pt x="1393792" y="307683"/>
                </a:lnTo>
                <a:lnTo>
                  <a:pt x="1434534" y="327312"/>
                </a:lnTo>
                <a:lnTo>
                  <a:pt x="1474960" y="347486"/>
                </a:lnTo>
                <a:lnTo>
                  <a:pt x="1515064" y="368201"/>
                </a:lnTo>
                <a:lnTo>
                  <a:pt x="1554843" y="389452"/>
                </a:lnTo>
                <a:lnTo>
                  <a:pt x="1594291" y="411234"/>
                </a:lnTo>
                <a:lnTo>
                  <a:pt x="1633404" y="433543"/>
                </a:lnTo>
                <a:lnTo>
                  <a:pt x="1672177" y="456373"/>
                </a:lnTo>
                <a:lnTo>
                  <a:pt x="1710605" y="479720"/>
                </a:lnTo>
                <a:lnTo>
                  <a:pt x="1748683" y="503579"/>
                </a:lnTo>
                <a:lnTo>
                  <a:pt x="1786407" y="527945"/>
                </a:lnTo>
                <a:lnTo>
                  <a:pt x="1823771" y="552814"/>
                </a:lnTo>
                <a:lnTo>
                  <a:pt x="1860772" y="578181"/>
                </a:lnTo>
                <a:lnTo>
                  <a:pt x="1897403" y="604040"/>
                </a:lnTo>
                <a:lnTo>
                  <a:pt x="1933662" y="630388"/>
                </a:lnTo>
                <a:lnTo>
                  <a:pt x="1969541" y="657220"/>
                </a:lnTo>
                <a:lnTo>
                  <a:pt x="2005038" y="684530"/>
                </a:lnTo>
                <a:lnTo>
                  <a:pt x="2040147" y="712313"/>
                </a:lnTo>
                <a:lnTo>
                  <a:pt x="2074863" y="740566"/>
                </a:lnTo>
                <a:lnTo>
                  <a:pt x="2109182" y="769283"/>
                </a:lnTo>
                <a:lnTo>
                  <a:pt x="2143098" y="798460"/>
                </a:lnTo>
                <a:lnTo>
                  <a:pt x="2176607" y="828092"/>
                </a:lnTo>
                <a:lnTo>
                  <a:pt x="2209705" y="858173"/>
                </a:lnTo>
                <a:lnTo>
                  <a:pt x="2242386" y="888700"/>
                </a:lnTo>
                <a:lnTo>
                  <a:pt x="2274646" y="919667"/>
                </a:lnTo>
                <a:lnTo>
                  <a:pt x="2306480" y="951070"/>
                </a:lnTo>
                <a:lnTo>
                  <a:pt x="2337882" y="982903"/>
                </a:lnTo>
                <a:lnTo>
                  <a:pt x="2368850" y="1015163"/>
                </a:lnTo>
                <a:lnTo>
                  <a:pt x="2399376" y="1047844"/>
                </a:lnTo>
                <a:lnTo>
                  <a:pt x="2429458" y="1080942"/>
                </a:lnTo>
                <a:lnTo>
                  <a:pt x="2459089" y="1114451"/>
                </a:lnTo>
                <a:lnTo>
                  <a:pt x="2488266" y="1148368"/>
                </a:lnTo>
                <a:lnTo>
                  <a:pt x="2516983" y="1182687"/>
                </a:lnTo>
                <a:lnTo>
                  <a:pt x="2545236" y="1217403"/>
                </a:lnTo>
                <a:lnTo>
                  <a:pt x="2573020" y="1252511"/>
                </a:lnTo>
                <a:lnTo>
                  <a:pt x="2600330" y="1288008"/>
                </a:lnTo>
                <a:lnTo>
                  <a:pt x="2627161" y="1323888"/>
                </a:lnTo>
                <a:lnTo>
                  <a:pt x="2653509" y="1360146"/>
                </a:lnTo>
                <a:lnTo>
                  <a:pt x="2679369" y="1396778"/>
                </a:lnTo>
                <a:lnTo>
                  <a:pt x="2704735" y="1433778"/>
                </a:lnTo>
                <a:lnTo>
                  <a:pt x="2729604" y="1471143"/>
                </a:lnTo>
                <a:lnTo>
                  <a:pt x="2753971" y="1508866"/>
                </a:lnTo>
                <a:lnTo>
                  <a:pt x="2777830" y="1546945"/>
                </a:lnTo>
                <a:lnTo>
                  <a:pt x="2801177" y="1585372"/>
                </a:lnTo>
                <a:lnTo>
                  <a:pt x="2824007" y="1624145"/>
                </a:lnTo>
                <a:lnTo>
                  <a:pt x="2846315" y="1663258"/>
                </a:lnTo>
                <a:lnTo>
                  <a:pt x="2868097" y="1702706"/>
                </a:lnTo>
                <a:lnTo>
                  <a:pt x="2889348" y="1742485"/>
                </a:lnTo>
                <a:lnTo>
                  <a:pt x="2910063" y="1782590"/>
                </a:lnTo>
                <a:lnTo>
                  <a:pt x="2930237" y="1823015"/>
                </a:lnTo>
                <a:lnTo>
                  <a:pt x="2949866" y="1863757"/>
                </a:lnTo>
                <a:lnTo>
                  <a:pt x="2968944" y="1904810"/>
                </a:lnTo>
                <a:lnTo>
                  <a:pt x="2987468" y="1946170"/>
                </a:lnTo>
                <a:lnTo>
                  <a:pt x="3005431" y="1987832"/>
                </a:lnTo>
                <a:lnTo>
                  <a:pt x="3022830" y="2029791"/>
                </a:lnTo>
                <a:lnTo>
                  <a:pt x="3039660" y="2072043"/>
                </a:lnTo>
                <a:lnTo>
                  <a:pt x="3055915" y="2114582"/>
                </a:lnTo>
                <a:lnTo>
                  <a:pt x="3071591" y="2157404"/>
                </a:lnTo>
                <a:lnTo>
                  <a:pt x="3086684" y="2200503"/>
                </a:lnTo>
                <a:lnTo>
                  <a:pt x="3101188" y="2243877"/>
                </a:lnTo>
                <a:lnTo>
                  <a:pt x="3115098" y="2287518"/>
                </a:lnTo>
                <a:lnTo>
                  <a:pt x="3128411" y="2331423"/>
                </a:lnTo>
                <a:lnTo>
                  <a:pt x="3141121" y="2375588"/>
                </a:lnTo>
                <a:lnTo>
                  <a:pt x="3153223" y="2420006"/>
                </a:lnTo>
                <a:lnTo>
                  <a:pt x="3164713" y="2464674"/>
                </a:lnTo>
                <a:lnTo>
                  <a:pt x="3175586" y="2509586"/>
                </a:lnTo>
                <a:lnTo>
                  <a:pt x="3185837" y="2554738"/>
                </a:lnTo>
                <a:lnTo>
                  <a:pt x="3195461" y="2600125"/>
                </a:lnTo>
                <a:lnTo>
                  <a:pt x="3204453" y="2645743"/>
                </a:lnTo>
                <a:lnTo>
                  <a:pt x="3212809" y="2691586"/>
                </a:lnTo>
                <a:lnTo>
                  <a:pt x="3220525" y="2737649"/>
                </a:lnTo>
                <a:lnTo>
                  <a:pt x="3227594" y="2783929"/>
                </a:lnTo>
                <a:lnTo>
                  <a:pt x="3234013" y="2830419"/>
                </a:lnTo>
                <a:lnTo>
                  <a:pt x="3239776" y="2877117"/>
                </a:lnTo>
                <a:lnTo>
                  <a:pt x="3244879" y="2924015"/>
                </a:lnTo>
                <a:lnTo>
                  <a:pt x="3249318" y="2971111"/>
                </a:lnTo>
                <a:lnTo>
                  <a:pt x="3253086" y="3018398"/>
                </a:lnTo>
                <a:lnTo>
                  <a:pt x="3256180" y="3065873"/>
                </a:lnTo>
                <a:lnTo>
                  <a:pt x="3257550" y="3092897"/>
                </a:lnTo>
                <a:close/>
              </a:path>
            </a:pathLst>
          </a:custGeom>
          <a:solidFill>
            <a:srgbClr val="FFB4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025112C-E75D-4A0C-43D5-E8E7C4AD00DE}"/>
              </a:ext>
            </a:extLst>
          </p:cNvPr>
          <p:cNvSpPr/>
          <p:nvPr/>
        </p:nvSpPr>
        <p:spPr>
          <a:xfrm>
            <a:off x="15030450" y="-1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0" y="164644"/>
                </a:moveTo>
                <a:lnTo>
                  <a:pt x="0" y="0"/>
                </a:lnTo>
                <a:lnTo>
                  <a:pt x="971043" y="0"/>
                </a:lnTo>
                <a:lnTo>
                  <a:pt x="971546" y="48408"/>
                </a:lnTo>
                <a:lnTo>
                  <a:pt x="973051" y="96574"/>
                </a:lnTo>
                <a:lnTo>
                  <a:pt x="975546" y="144485"/>
                </a:lnTo>
                <a:lnTo>
                  <a:pt x="979021" y="192134"/>
                </a:lnTo>
                <a:lnTo>
                  <a:pt x="983468" y="239508"/>
                </a:lnTo>
                <a:lnTo>
                  <a:pt x="988876" y="286599"/>
                </a:lnTo>
                <a:lnTo>
                  <a:pt x="995234" y="333397"/>
                </a:lnTo>
                <a:lnTo>
                  <a:pt x="1002533" y="379892"/>
                </a:lnTo>
                <a:lnTo>
                  <a:pt x="1010763" y="426073"/>
                </a:lnTo>
                <a:lnTo>
                  <a:pt x="1019915" y="471931"/>
                </a:lnTo>
                <a:lnTo>
                  <a:pt x="1029977" y="517455"/>
                </a:lnTo>
                <a:lnTo>
                  <a:pt x="1040940" y="562637"/>
                </a:lnTo>
                <a:lnTo>
                  <a:pt x="1052795" y="607465"/>
                </a:lnTo>
                <a:lnTo>
                  <a:pt x="1065530" y="651930"/>
                </a:lnTo>
                <a:lnTo>
                  <a:pt x="1079137" y="696022"/>
                </a:lnTo>
                <a:lnTo>
                  <a:pt x="1093605" y="739730"/>
                </a:lnTo>
                <a:lnTo>
                  <a:pt x="1108924" y="783046"/>
                </a:lnTo>
                <a:lnTo>
                  <a:pt x="1125085" y="825959"/>
                </a:lnTo>
                <a:lnTo>
                  <a:pt x="1142077" y="868459"/>
                </a:lnTo>
                <a:lnTo>
                  <a:pt x="1159890" y="910536"/>
                </a:lnTo>
                <a:lnTo>
                  <a:pt x="1178515" y="952180"/>
                </a:lnTo>
                <a:lnTo>
                  <a:pt x="1197941" y="993381"/>
                </a:lnTo>
                <a:lnTo>
                  <a:pt x="1218158" y="1034130"/>
                </a:lnTo>
                <a:lnTo>
                  <a:pt x="1239157" y="1074415"/>
                </a:lnTo>
                <a:lnTo>
                  <a:pt x="1260928" y="1114228"/>
                </a:lnTo>
                <a:lnTo>
                  <a:pt x="1283460" y="1153558"/>
                </a:lnTo>
                <a:lnTo>
                  <a:pt x="1306744" y="1192396"/>
                </a:lnTo>
                <a:lnTo>
                  <a:pt x="1330770" y="1230731"/>
                </a:lnTo>
                <a:lnTo>
                  <a:pt x="1355527" y="1268553"/>
                </a:lnTo>
                <a:lnTo>
                  <a:pt x="1381007" y="1305853"/>
                </a:lnTo>
                <a:lnTo>
                  <a:pt x="1407198" y="1342621"/>
                </a:lnTo>
                <a:lnTo>
                  <a:pt x="1434090" y="1378846"/>
                </a:lnTo>
                <a:lnTo>
                  <a:pt x="1461675" y="1414518"/>
                </a:lnTo>
                <a:lnTo>
                  <a:pt x="1489942" y="1449629"/>
                </a:lnTo>
                <a:lnTo>
                  <a:pt x="1518880" y="1484166"/>
                </a:lnTo>
                <a:lnTo>
                  <a:pt x="1548481" y="1518122"/>
                </a:lnTo>
                <a:lnTo>
                  <a:pt x="1578733" y="1551485"/>
                </a:lnTo>
                <a:lnTo>
                  <a:pt x="1609628" y="1584246"/>
                </a:lnTo>
                <a:lnTo>
                  <a:pt x="1641155" y="1616395"/>
                </a:lnTo>
                <a:lnTo>
                  <a:pt x="1673303" y="1647922"/>
                </a:lnTo>
                <a:lnTo>
                  <a:pt x="1706064" y="1678816"/>
                </a:lnTo>
                <a:lnTo>
                  <a:pt x="1739428" y="1709069"/>
                </a:lnTo>
                <a:lnTo>
                  <a:pt x="1773383" y="1738670"/>
                </a:lnTo>
                <a:lnTo>
                  <a:pt x="1807921" y="1767608"/>
                </a:lnTo>
                <a:lnTo>
                  <a:pt x="1843031" y="1795875"/>
                </a:lnTo>
                <a:lnTo>
                  <a:pt x="1878704" y="1823459"/>
                </a:lnTo>
                <a:lnTo>
                  <a:pt x="1914929" y="1850352"/>
                </a:lnTo>
                <a:lnTo>
                  <a:pt x="1951696" y="1876543"/>
                </a:lnTo>
                <a:lnTo>
                  <a:pt x="1988996" y="1902022"/>
                </a:lnTo>
                <a:lnTo>
                  <a:pt x="2026819" y="1926780"/>
                </a:lnTo>
                <a:lnTo>
                  <a:pt x="2065154" y="1950805"/>
                </a:lnTo>
                <a:lnTo>
                  <a:pt x="2103991" y="1974089"/>
                </a:lnTo>
                <a:lnTo>
                  <a:pt x="2143321" y="1996621"/>
                </a:lnTo>
                <a:lnTo>
                  <a:pt x="2183134" y="2018392"/>
                </a:lnTo>
                <a:lnTo>
                  <a:pt x="2223420" y="2039391"/>
                </a:lnTo>
                <a:lnTo>
                  <a:pt x="2264169" y="2059609"/>
                </a:lnTo>
                <a:lnTo>
                  <a:pt x="2305370" y="2079035"/>
                </a:lnTo>
                <a:lnTo>
                  <a:pt x="2347014" y="2097660"/>
                </a:lnTo>
                <a:lnTo>
                  <a:pt x="2389091" y="2115473"/>
                </a:lnTo>
                <a:lnTo>
                  <a:pt x="2431591" y="2132465"/>
                </a:lnTo>
                <a:lnTo>
                  <a:pt x="2474503" y="2148625"/>
                </a:lnTo>
                <a:lnTo>
                  <a:pt x="2517819" y="2163945"/>
                </a:lnTo>
                <a:lnTo>
                  <a:pt x="2561528" y="2178413"/>
                </a:lnTo>
                <a:lnTo>
                  <a:pt x="2605620" y="2192019"/>
                </a:lnTo>
                <a:lnTo>
                  <a:pt x="2650085" y="2204755"/>
                </a:lnTo>
                <a:lnTo>
                  <a:pt x="2694913" y="2216609"/>
                </a:lnTo>
                <a:lnTo>
                  <a:pt x="2740094" y="2227573"/>
                </a:lnTo>
                <a:lnTo>
                  <a:pt x="2785619" y="2237635"/>
                </a:lnTo>
                <a:lnTo>
                  <a:pt x="2831477" y="2246786"/>
                </a:lnTo>
                <a:lnTo>
                  <a:pt x="2877117" y="2254920"/>
                </a:lnTo>
                <a:lnTo>
                  <a:pt x="2924015" y="2262294"/>
                </a:lnTo>
                <a:lnTo>
                  <a:pt x="2970950" y="2268674"/>
                </a:lnTo>
                <a:lnTo>
                  <a:pt x="3018041" y="2274082"/>
                </a:lnTo>
                <a:lnTo>
                  <a:pt x="3065416" y="2278528"/>
                </a:lnTo>
                <a:lnTo>
                  <a:pt x="3113064" y="2282004"/>
                </a:lnTo>
                <a:lnTo>
                  <a:pt x="3160976" y="2284499"/>
                </a:lnTo>
                <a:lnTo>
                  <a:pt x="3209141" y="2286003"/>
                </a:lnTo>
                <a:lnTo>
                  <a:pt x="3257550" y="2286507"/>
                </a:lnTo>
                <a:lnTo>
                  <a:pt x="3257550" y="3257550"/>
                </a:lnTo>
                <a:lnTo>
                  <a:pt x="3092897" y="3257550"/>
                </a:lnTo>
                <a:lnTo>
                  <a:pt x="3065873" y="3256180"/>
                </a:lnTo>
                <a:lnTo>
                  <a:pt x="3018399" y="3253086"/>
                </a:lnTo>
                <a:lnTo>
                  <a:pt x="2971111" y="3249318"/>
                </a:lnTo>
                <a:lnTo>
                  <a:pt x="2924152" y="3244892"/>
                </a:lnTo>
                <a:lnTo>
                  <a:pt x="2877658" y="3239835"/>
                </a:lnTo>
                <a:lnTo>
                  <a:pt x="2830420" y="3234013"/>
                </a:lnTo>
                <a:lnTo>
                  <a:pt x="2783929" y="3227594"/>
                </a:lnTo>
                <a:lnTo>
                  <a:pt x="2737649" y="3220525"/>
                </a:lnTo>
                <a:lnTo>
                  <a:pt x="2691586" y="3212809"/>
                </a:lnTo>
                <a:lnTo>
                  <a:pt x="2645743" y="3204453"/>
                </a:lnTo>
                <a:lnTo>
                  <a:pt x="2600125" y="3195461"/>
                </a:lnTo>
                <a:lnTo>
                  <a:pt x="2554738" y="3185837"/>
                </a:lnTo>
                <a:lnTo>
                  <a:pt x="2509586" y="3175586"/>
                </a:lnTo>
                <a:lnTo>
                  <a:pt x="2464674" y="3164713"/>
                </a:lnTo>
                <a:lnTo>
                  <a:pt x="2420006" y="3153223"/>
                </a:lnTo>
                <a:lnTo>
                  <a:pt x="2375588" y="3141121"/>
                </a:lnTo>
                <a:lnTo>
                  <a:pt x="2331424" y="3128411"/>
                </a:lnTo>
                <a:lnTo>
                  <a:pt x="2287518" y="3115098"/>
                </a:lnTo>
                <a:lnTo>
                  <a:pt x="2243877" y="3101188"/>
                </a:lnTo>
                <a:lnTo>
                  <a:pt x="2200504" y="3086684"/>
                </a:lnTo>
                <a:lnTo>
                  <a:pt x="2157404" y="3071591"/>
                </a:lnTo>
                <a:lnTo>
                  <a:pt x="2114582" y="3055915"/>
                </a:lnTo>
                <a:lnTo>
                  <a:pt x="2072043" y="3039660"/>
                </a:lnTo>
                <a:lnTo>
                  <a:pt x="2029792" y="3022830"/>
                </a:lnTo>
                <a:lnTo>
                  <a:pt x="1987832" y="3005431"/>
                </a:lnTo>
                <a:lnTo>
                  <a:pt x="1946171" y="2987468"/>
                </a:lnTo>
                <a:lnTo>
                  <a:pt x="1904811" y="2968944"/>
                </a:lnTo>
                <a:lnTo>
                  <a:pt x="1863757" y="2949866"/>
                </a:lnTo>
                <a:lnTo>
                  <a:pt x="1823015" y="2930237"/>
                </a:lnTo>
                <a:lnTo>
                  <a:pt x="1782590" y="2910063"/>
                </a:lnTo>
                <a:lnTo>
                  <a:pt x="1742485" y="2889348"/>
                </a:lnTo>
                <a:lnTo>
                  <a:pt x="1702706" y="2868097"/>
                </a:lnTo>
                <a:lnTo>
                  <a:pt x="1663258" y="2846315"/>
                </a:lnTo>
                <a:lnTo>
                  <a:pt x="1624145" y="2824007"/>
                </a:lnTo>
                <a:lnTo>
                  <a:pt x="1585373" y="2801177"/>
                </a:lnTo>
                <a:lnTo>
                  <a:pt x="1546945" y="2777830"/>
                </a:lnTo>
                <a:lnTo>
                  <a:pt x="1508867" y="2753971"/>
                </a:lnTo>
                <a:lnTo>
                  <a:pt x="1471143" y="2729604"/>
                </a:lnTo>
                <a:lnTo>
                  <a:pt x="1433778" y="2704735"/>
                </a:lnTo>
                <a:lnTo>
                  <a:pt x="1396778" y="2679369"/>
                </a:lnTo>
                <a:lnTo>
                  <a:pt x="1360146" y="2653509"/>
                </a:lnTo>
                <a:lnTo>
                  <a:pt x="1323888" y="2627161"/>
                </a:lnTo>
                <a:lnTo>
                  <a:pt x="1288008" y="2600330"/>
                </a:lnTo>
                <a:lnTo>
                  <a:pt x="1252512" y="2573020"/>
                </a:lnTo>
                <a:lnTo>
                  <a:pt x="1217403" y="2545236"/>
                </a:lnTo>
                <a:lnTo>
                  <a:pt x="1182687" y="2516983"/>
                </a:lnTo>
                <a:lnTo>
                  <a:pt x="1148368" y="2488266"/>
                </a:lnTo>
                <a:lnTo>
                  <a:pt x="1114452" y="2459089"/>
                </a:lnTo>
                <a:lnTo>
                  <a:pt x="1080942" y="2429458"/>
                </a:lnTo>
                <a:lnTo>
                  <a:pt x="1047845" y="2399376"/>
                </a:lnTo>
                <a:lnTo>
                  <a:pt x="1015163" y="2368850"/>
                </a:lnTo>
                <a:lnTo>
                  <a:pt x="982904" y="2337882"/>
                </a:lnTo>
                <a:lnTo>
                  <a:pt x="951070" y="2306480"/>
                </a:lnTo>
                <a:lnTo>
                  <a:pt x="919667" y="2274646"/>
                </a:lnTo>
                <a:lnTo>
                  <a:pt x="888700" y="2242386"/>
                </a:lnTo>
                <a:lnTo>
                  <a:pt x="858173" y="2209705"/>
                </a:lnTo>
                <a:lnTo>
                  <a:pt x="828092" y="2176607"/>
                </a:lnTo>
                <a:lnTo>
                  <a:pt x="798460" y="2143098"/>
                </a:lnTo>
                <a:lnTo>
                  <a:pt x="769284" y="2109182"/>
                </a:lnTo>
                <a:lnTo>
                  <a:pt x="740566" y="2074863"/>
                </a:lnTo>
                <a:lnTo>
                  <a:pt x="712314" y="2040147"/>
                </a:lnTo>
                <a:lnTo>
                  <a:pt x="684530" y="2005038"/>
                </a:lnTo>
                <a:lnTo>
                  <a:pt x="657220" y="1969541"/>
                </a:lnTo>
                <a:lnTo>
                  <a:pt x="630389" y="1933662"/>
                </a:lnTo>
                <a:lnTo>
                  <a:pt x="604041" y="1897403"/>
                </a:lnTo>
                <a:lnTo>
                  <a:pt x="578181" y="1860772"/>
                </a:lnTo>
                <a:lnTo>
                  <a:pt x="552814" y="1823771"/>
                </a:lnTo>
                <a:lnTo>
                  <a:pt x="527945" y="1786407"/>
                </a:lnTo>
                <a:lnTo>
                  <a:pt x="503579" y="1748683"/>
                </a:lnTo>
                <a:lnTo>
                  <a:pt x="479720" y="1710605"/>
                </a:lnTo>
                <a:lnTo>
                  <a:pt x="456373" y="1672177"/>
                </a:lnTo>
                <a:lnTo>
                  <a:pt x="433543" y="1633404"/>
                </a:lnTo>
                <a:lnTo>
                  <a:pt x="411234" y="1594291"/>
                </a:lnTo>
                <a:lnTo>
                  <a:pt x="389452" y="1554843"/>
                </a:lnTo>
                <a:lnTo>
                  <a:pt x="368201" y="1515064"/>
                </a:lnTo>
                <a:lnTo>
                  <a:pt x="347486" y="1474960"/>
                </a:lnTo>
                <a:lnTo>
                  <a:pt x="327312" y="1434534"/>
                </a:lnTo>
                <a:lnTo>
                  <a:pt x="307684" y="1393792"/>
                </a:lnTo>
                <a:lnTo>
                  <a:pt x="288605" y="1352739"/>
                </a:lnTo>
                <a:lnTo>
                  <a:pt x="270082" y="1311379"/>
                </a:lnTo>
                <a:lnTo>
                  <a:pt x="252118" y="1269717"/>
                </a:lnTo>
                <a:lnTo>
                  <a:pt x="234720" y="1227758"/>
                </a:lnTo>
                <a:lnTo>
                  <a:pt x="217890" y="1185507"/>
                </a:lnTo>
                <a:lnTo>
                  <a:pt x="201635" y="1142968"/>
                </a:lnTo>
                <a:lnTo>
                  <a:pt x="185959" y="1100146"/>
                </a:lnTo>
                <a:lnTo>
                  <a:pt x="170866" y="1057046"/>
                </a:lnTo>
                <a:lnTo>
                  <a:pt x="156362" y="1013673"/>
                </a:lnTo>
                <a:lnTo>
                  <a:pt x="142451" y="970031"/>
                </a:lnTo>
                <a:lnTo>
                  <a:pt x="129138" y="926126"/>
                </a:lnTo>
                <a:lnTo>
                  <a:pt x="116429" y="881962"/>
                </a:lnTo>
                <a:lnTo>
                  <a:pt x="104326" y="837544"/>
                </a:lnTo>
                <a:lnTo>
                  <a:pt x="92836" y="792876"/>
                </a:lnTo>
                <a:lnTo>
                  <a:pt x="81964" y="747964"/>
                </a:lnTo>
                <a:lnTo>
                  <a:pt x="71713" y="702811"/>
                </a:lnTo>
                <a:lnTo>
                  <a:pt x="62089" y="657424"/>
                </a:lnTo>
                <a:lnTo>
                  <a:pt x="53096" y="611807"/>
                </a:lnTo>
                <a:lnTo>
                  <a:pt x="44740" y="565964"/>
                </a:lnTo>
                <a:lnTo>
                  <a:pt x="37025" y="519900"/>
                </a:lnTo>
                <a:lnTo>
                  <a:pt x="29956" y="473621"/>
                </a:lnTo>
                <a:lnTo>
                  <a:pt x="23537" y="427130"/>
                </a:lnTo>
                <a:lnTo>
                  <a:pt x="17773" y="380433"/>
                </a:lnTo>
                <a:lnTo>
                  <a:pt x="12670" y="333534"/>
                </a:lnTo>
                <a:lnTo>
                  <a:pt x="8232" y="286439"/>
                </a:lnTo>
                <a:lnTo>
                  <a:pt x="4463" y="239151"/>
                </a:lnTo>
                <a:lnTo>
                  <a:pt x="1369" y="191676"/>
                </a:lnTo>
                <a:lnTo>
                  <a:pt x="0" y="164644"/>
                </a:lnTo>
                <a:close/>
              </a:path>
            </a:pathLst>
          </a:custGeom>
          <a:solidFill>
            <a:srgbClr val="A1B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9E97226-1BDF-6FB6-44DC-1E44569CCCB8}"/>
              </a:ext>
            </a:extLst>
          </p:cNvPr>
          <p:cNvGrpSpPr/>
          <p:nvPr/>
        </p:nvGrpSpPr>
        <p:grpSpPr>
          <a:xfrm>
            <a:off x="282788" y="397087"/>
            <a:ext cx="2003425" cy="2003425"/>
            <a:chOff x="282788" y="397087"/>
            <a:chExt cx="2003425" cy="200342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20824BB-1428-23F8-C99F-8D88755100AC}"/>
                </a:ext>
              </a:extLst>
            </p:cNvPr>
            <p:cNvSpPr/>
            <p:nvPr/>
          </p:nvSpPr>
          <p:spPr>
            <a:xfrm>
              <a:off x="282788" y="397087"/>
              <a:ext cx="2003425" cy="2003425"/>
            </a:xfrm>
            <a:custGeom>
              <a:avLst/>
              <a:gdLst/>
              <a:ahLst/>
              <a:cxnLst/>
              <a:rect l="l" t="t" r="r" b="b"/>
              <a:pathLst>
                <a:path w="2003425" h="2003425">
                  <a:moveTo>
                    <a:pt x="1001693" y="2003386"/>
                  </a:moveTo>
                  <a:lnTo>
                    <a:pt x="953160" y="2002231"/>
                  </a:lnTo>
                  <a:lnTo>
                    <a:pt x="905223" y="1998800"/>
                  </a:lnTo>
                  <a:lnTo>
                    <a:pt x="857934" y="1993147"/>
                  </a:lnTo>
                  <a:lnTo>
                    <a:pt x="811347" y="1985324"/>
                  </a:lnTo>
                  <a:lnTo>
                    <a:pt x="765514" y="1975382"/>
                  </a:lnTo>
                  <a:lnTo>
                    <a:pt x="720486" y="1963376"/>
                  </a:lnTo>
                  <a:lnTo>
                    <a:pt x="676317" y="1949356"/>
                  </a:lnTo>
                  <a:lnTo>
                    <a:pt x="633059" y="1933376"/>
                  </a:lnTo>
                  <a:lnTo>
                    <a:pt x="590764" y="1915489"/>
                  </a:lnTo>
                  <a:lnTo>
                    <a:pt x="549486" y="1895745"/>
                  </a:lnTo>
                  <a:lnTo>
                    <a:pt x="509275" y="1874199"/>
                  </a:lnTo>
                  <a:lnTo>
                    <a:pt x="470186" y="1850902"/>
                  </a:lnTo>
                  <a:lnTo>
                    <a:pt x="432270" y="1825907"/>
                  </a:lnTo>
                  <a:lnTo>
                    <a:pt x="395579" y="1799267"/>
                  </a:lnTo>
                  <a:lnTo>
                    <a:pt x="360167" y="1771033"/>
                  </a:lnTo>
                  <a:lnTo>
                    <a:pt x="326086" y="1741259"/>
                  </a:lnTo>
                  <a:lnTo>
                    <a:pt x="293388" y="1709997"/>
                  </a:lnTo>
                  <a:lnTo>
                    <a:pt x="262126" y="1677299"/>
                  </a:lnTo>
                  <a:lnTo>
                    <a:pt x="232352" y="1643217"/>
                  </a:lnTo>
                  <a:lnTo>
                    <a:pt x="204118" y="1607805"/>
                  </a:lnTo>
                  <a:lnTo>
                    <a:pt x="177478" y="1571115"/>
                  </a:lnTo>
                  <a:lnTo>
                    <a:pt x="152483" y="1533199"/>
                  </a:lnTo>
                  <a:lnTo>
                    <a:pt x="129186" y="1494110"/>
                  </a:lnTo>
                  <a:lnTo>
                    <a:pt x="107640" y="1453900"/>
                  </a:lnTo>
                  <a:lnTo>
                    <a:pt x="87896" y="1412621"/>
                  </a:lnTo>
                  <a:lnTo>
                    <a:pt x="70009" y="1370326"/>
                  </a:lnTo>
                  <a:lnTo>
                    <a:pt x="54029" y="1327068"/>
                  </a:lnTo>
                  <a:lnTo>
                    <a:pt x="40009" y="1282899"/>
                  </a:lnTo>
                  <a:lnTo>
                    <a:pt x="28003" y="1237872"/>
                  </a:lnTo>
                  <a:lnTo>
                    <a:pt x="18061" y="1192039"/>
                  </a:lnTo>
                  <a:lnTo>
                    <a:pt x="10238" y="1145452"/>
                  </a:lnTo>
                  <a:lnTo>
                    <a:pt x="4585" y="1098164"/>
                  </a:lnTo>
                  <a:lnTo>
                    <a:pt x="1155" y="1050227"/>
                  </a:lnTo>
                  <a:lnTo>
                    <a:pt x="0" y="1001694"/>
                  </a:lnTo>
                  <a:lnTo>
                    <a:pt x="1155" y="953161"/>
                  </a:lnTo>
                  <a:lnTo>
                    <a:pt x="4585" y="905224"/>
                  </a:lnTo>
                  <a:lnTo>
                    <a:pt x="10238" y="857936"/>
                  </a:lnTo>
                  <a:lnTo>
                    <a:pt x="18061" y="811349"/>
                  </a:lnTo>
                  <a:lnTo>
                    <a:pt x="28003" y="765515"/>
                  </a:lnTo>
                  <a:lnTo>
                    <a:pt x="40009" y="720487"/>
                  </a:lnTo>
                  <a:lnTo>
                    <a:pt x="54029" y="676318"/>
                  </a:lnTo>
                  <a:lnTo>
                    <a:pt x="70009" y="633060"/>
                  </a:lnTo>
                  <a:lnTo>
                    <a:pt x="87896" y="590766"/>
                  </a:lnTo>
                  <a:lnTo>
                    <a:pt x="107640" y="549487"/>
                  </a:lnTo>
                  <a:lnTo>
                    <a:pt x="129186" y="509276"/>
                  </a:lnTo>
                  <a:lnTo>
                    <a:pt x="152483" y="470187"/>
                  </a:lnTo>
                  <a:lnTo>
                    <a:pt x="177478" y="432271"/>
                  </a:lnTo>
                  <a:lnTo>
                    <a:pt x="204118" y="395580"/>
                  </a:lnTo>
                  <a:lnTo>
                    <a:pt x="232352" y="360168"/>
                  </a:lnTo>
                  <a:lnTo>
                    <a:pt x="262126" y="326087"/>
                  </a:lnTo>
                  <a:lnTo>
                    <a:pt x="293388" y="293389"/>
                  </a:lnTo>
                  <a:lnTo>
                    <a:pt x="326086" y="262127"/>
                  </a:lnTo>
                  <a:lnTo>
                    <a:pt x="360167" y="232352"/>
                  </a:lnTo>
                  <a:lnTo>
                    <a:pt x="395579" y="204119"/>
                  </a:lnTo>
                  <a:lnTo>
                    <a:pt x="432270" y="177478"/>
                  </a:lnTo>
                  <a:lnTo>
                    <a:pt x="470186" y="152483"/>
                  </a:lnTo>
                  <a:lnTo>
                    <a:pt x="509275" y="129186"/>
                  </a:lnTo>
                  <a:lnTo>
                    <a:pt x="549486" y="107640"/>
                  </a:lnTo>
                  <a:lnTo>
                    <a:pt x="590764" y="87897"/>
                  </a:lnTo>
                  <a:lnTo>
                    <a:pt x="633059" y="70009"/>
                  </a:lnTo>
                  <a:lnTo>
                    <a:pt x="676317" y="54029"/>
                  </a:lnTo>
                  <a:lnTo>
                    <a:pt x="720486" y="40009"/>
                  </a:lnTo>
                  <a:lnTo>
                    <a:pt x="765514" y="28003"/>
                  </a:lnTo>
                  <a:lnTo>
                    <a:pt x="811347" y="18062"/>
                  </a:lnTo>
                  <a:lnTo>
                    <a:pt x="857934" y="10238"/>
                  </a:lnTo>
                  <a:lnTo>
                    <a:pt x="905223" y="4585"/>
                  </a:lnTo>
                  <a:lnTo>
                    <a:pt x="953160" y="1155"/>
                  </a:lnTo>
                  <a:lnTo>
                    <a:pt x="1001693" y="0"/>
                  </a:lnTo>
                  <a:lnTo>
                    <a:pt x="1050225" y="1155"/>
                  </a:lnTo>
                  <a:lnTo>
                    <a:pt x="1098162" y="4585"/>
                  </a:lnTo>
                  <a:lnTo>
                    <a:pt x="1145450" y="10238"/>
                  </a:lnTo>
                  <a:lnTo>
                    <a:pt x="1192037" y="18062"/>
                  </a:lnTo>
                  <a:lnTo>
                    <a:pt x="1237871" y="28003"/>
                  </a:lnTo>
                  <a:lnTo>
                    <a:pt x="1282898" y="40009"/>
                  </a:lnTo>
                  <a:lnTo>
                    <a:pt x="1327067" y="54029"/>
                  </a:lnTo>
                  <a:lnTo>
                    <a:pt x="1370325" y="70009"/>
                  </a:lnTo>
                  <a:lnTo>
                    <a:pt x="1412619" y="87897"/>
                  </a:lnTo>
                  <a:lnTo>
                    <a:pt x="1453898" y="107640"/>
                  </a:lnTo>
                  <a:lnTo>
                    <a:pt x="1494108" y="129186"/>
                  </a:lnTo>
                  <a:lnTo>
                    <a:pt x="1533198" y="152483"/>
                  </a:lnTo>
                  <a:lnTo>
                    <a:pt x="1571114" y="177478"/>
                  </a:lnTo>
                  <a:lnTo>
                    <a:pt x="1607804" y="204119"/>
                  </a:lnTo>
                  <a:lnTo>
                    <a:pt x="1643216" y="232352"/>
                  </a:lnTo>
                  <a:lnTo>
                    <a:pt x="1677297" y="262127"/>
                  </a:lnTo>
                  <a:lnTo>
                    <a:pt x="1709995" y="293389"/>
                  </a:lnTo>
                  <a:lnTo>
                    <a:pt x="1741258" y="326087"/>
                  </a:lnTo>
                  <a:lnTo>
                    <a:pt x="1771032" y="360168"/>
                  </a:lnTo>
                  <a:lnTo>
                    <a:pt x="1799265" y="395580"/>
                  </a:lnTo>
                  <a:lnTo>
                    <a:pt x="1825906" y="432271"/>
                  </a:lnTo>
                  <a:lnTo>
                    <a:pt x="1850901" y="470187"/>
                  </a:lnTo>
                  <a:lnTo>
                    <a:pt x="1874197" y="509276"/>
                  </a:lnTo>
                  <a:lnTo>
                    <a:pt x="1895744" y="549487"/>
                  </a:lnTo>
                  <a:lnTo>
                    <a:pt x="1915487" y="590766"/>
                  </a:lnTo>
                  <a:lnTo>
                    <a:pt x="1933375" y="633060"/>
                  </a:lnTo>
                  <a:lnTo>
                    <a:pt x="1949355" y="676318"/>
                  </a:lnTo>
                  <a:lnTo>
                    <a:pt x="1963374" y="720487"/>
                  </a:lnTo>
                  <a:lnTo>
                    <a:pt x="1975381" y="765515"/>
                  </a:lnTo>
                  <a:lnTo>
                    <a:pt x="1985322" y="811349"/>
                  </a:lnTo>
                  <a:lnTo>
                    <a:pt x="1993146" y="857936"/>
                  </a:lnTo>
                  <a:lnTo>
                    <a:pt x="1998799" y="905224"/>
                  </a:lnTo>
                  <a:lnTo>
                    <a:pt x="2002229" y="953161"/>
                  </a:lnTo>
                  <a:lnTo>
                    <a:pt x="2003384" y="1001694"/>
                  </a:lnTo>
                  <a:lnTo>
                    <a:pt x="2002229" y="1050227"/>
                  </a:lnTo>
                  <a:lnTo>
                    <a:pt x="1998799" y="1098164"/>
                  </a:lnTo>
                  <a:lnTo>
                    <a:pt x="1993146" y="1145452"/>
                  </a:lnTo>
                  <a:lnTo>
                    <a:pt x="1985322" y="1192039"/>
                  </a:lnTo>
                  <a:lnTo>
                    <a:pt x="1975381" y="1237872"/>
                  </a:lnTo>
                  <a:lnTo>
                    <a:pt x="1963374" y="1282899"/>
                  </a:lnTo>
                  <a:lnTo>
                    <a:pt x="1949355" y="1327068"/>
                  </a:lnTo>
                  <a:lnTo>
                    <a:pt x="1933375" y="1370326"/>
                  </a:lnTo>
                  <a:lnTo>
                    <a:pt x="1915487" y="1412621"/>
                  </a:lnTo>
                  <a:lnTo>
                    <a:pt x="1895744" y="1453900"/>
                  </a:lnTo>
                  <a:lnTo>
                    <a:pt x="1874197" y="1494110"/>
                  </a:lnTo>
                  <a:lnTo>
                    <a:pt x="1850901" y="1533199"/>
                  </a:lnTo>
                  <a:lnTo>
                    <a:pt x="1825906" y="1571115"/>
                  </a:lnTo>
                  <a:lnTo>
                    <a:pt x="1799265" y="1607805"/>
                  </a:lnTo>
                  <a:lnTo>
                    <a:pt x="1771032" y="1643217"/>
                  </a:lnTo>
                  <a:lnTo>
                    <a:pt x="1741258" y="1677299"/>
                  </a:lnTo>
                  <a:lnTo>
                    <a:pt x="1709995" y="1709997"/>
                  </a:lnTo>
                  <a:lnTo>
                    <a:pt x="1677297" y="1741259"/>
                  </a:lnTo>
                  <a:lnTo>
                    <a:pt x="1643216" y="1771033"/>
                  </a:lnTo>
                  <a:lnTo>
                    <a:pt x="1607804" y="1799267"/>
                  </a:lnTo>
                  <a:lnTo>
                    <a:pt x="1571114" y="1825907"/>
                  </a:lnTo>
                  <a:lnTo>
                    <a:pt x="1533198" y="1850902"/>
                  </a:lnTo>
                  <a:lnTo>
                    <a:pt x="1494108" y="1874199"/>
                  </a:lnTo>
                  <a:lnTo>
                    <a:pt x="1453898" y="1895745"/>
                  </a:lnTo>
                  <a:lnTo>
                    <a:pt x="1412619" y="1915489"/>
                  </a:lnTo>
                  <a:lnTo>
                    <a:pt x="1370325" y="1933376"/>
                  </a:lnTo>
                  <a:lnTo>
                    <a:pt x="1327067" y="1949356"/>
                  </a:lnTo>
                  <a:lnTo>
                    <a:pt x="1282898" y="1963376"/>
                  </a:lnTo>
                  <a:lnTo>
                    <a:pt x="1237871" y="1975382"/>
                  </a:lnTo>
                  <a:lnTo>
                    <a:pt x="1192037" y="1985324"/>
                  </a:lnTo>
                  <a:lnTo>
                    <a:pt x="1145450" y="1993147"/>
                  </a:lnTo>
                  <a:lnTo>
                    <a:pt x="1098162" y="1998800"/>
                  </a:lnTo>
                  <a:lnTo>
                    <a:pt x="1050225" y="2002231"/>
                  </a:lnTo>
                  <a:lnTo>
                    <a:pt x="1001693" y="2003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1F32E2E-DB23-75D8-512C-43775E00EF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750" y="551986"/>
              <a:ext cx="1695385" cy="1695385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9B72999A-24F4-535F-99F1-59B8BC3EAF0C}"/>
              </a:ext>
            </a:extLst>
          </p:cNvPr>
          <p:cNvSpPr txBox="1"/>
          <p:nvPr/>
        </p:nvSpPr>
        <p:spPr>
          <a:xfrm>
            <a:off x="4171499" y="1051209"/>
            <a:ext cx="586740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b="1" spc="265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Sensor LDR</a:t>
            </a:r>
            <a:endParaRPr lang="en-US" sz="5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C3FB365-6781-285E-79EF-569FAB74BB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4076" y="1007666"/>
            <a:ext cx="860848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0</a:t>
            </a:r>
            <a:r>
              <a:rPr lang="en-US"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4</a:t>
            </a:r>
            <a:endParaRPr sz="5000" spc="315" dirty="0">
              <a:latin typeface="STHupo" panose="02010800040101010101" pitchFamily="2" charset="-122"/>
              <a:ea typeface="STHupo" panose="02010800040101010101" pitchFamily="2" charset="-122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66E6740-144C-7C66-2BDF-84D4EC99D401}"/>
              </a:ext>
            </a:extLst>
          </p:cNvPr>
          <p:cNvSpPr txBox="1"/>
          <p:nvPr/>
        </p:nvSpPr>
        <p:spPr>
          <a:xfrm>
            <a:off x="11715299" y="3074302"/>
            <a:ext cx="3657600" cy="1052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sz="500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FD8D8-3508-3C73-46DE-BFF32CB79779}"/>
              </a:ext>
            </a:extLst>
          </p:cNvPr>
          <p:cNvSpPr txBox="1"/>
          <p:nvPr/>
        </p:nvSpPr>
        <p:spPr>
          <a:xfrm>
            <a:off x="6172200" y="3106959"/>
            <a:ext cx="10287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"/>
              </a:spcBef>
            </a:pPr>
            <a:r>
              <a:rPr lang="en-ID" sz="3500" spc="9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Sensor LDR </a:t>
            </a:r>
            <a:r>
              <a:rPr lang="en-ID" sz="3500" spc="9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adalah</a:t>
            </a:r>
            <a:r>
              <a:rPr lang="en-ID" sz="3500" spc="9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dirty="0" err="1">
                <a:solidFill>
                  <a:srgbClr val="452981"/>
                </a:solidFill>
                <a:latin typeface="Bell MT" panose="02020503060305020303" pitchFamily="18" charset="0"/>
              </a:rPr>
              <a:t>mendeteksi</a:t>
            </a:r>
            <a:r>
              <a:rPr lang="en-ID" sz="3500" dirty="0">
                <a:solidFill>
                  <a:srgbClr val="452981"/>
                </a:solidFill>
                <a:latin typeface="Bell MT" panose="02020503060305020303" pitchFamily="18" charset="0"/>
              </a:rPr>
              <a:t> </a:t>
            </a:r>
            <a:r>
              <a:rPr lang="en-ID" sz="3500" dirty="0" err="1">
                <a:solidFill>
                  <a:srgbClr val="452981"/>
                </a:solidFill>
                <a:latin typeface="Bell MT" panose="02020503060305020303" pitchFamily="18" charset="0"/>
              </a:rPr>
              <a:t>intensitas</a:t>
            </a:r>
            <a:r>
              <a:rPr lang="en-ID" sz="3500" dirty="0">
                <a:solidFill>
                  <a:srgbClr val="452981"/>
                </a:solidFill>
                <a:latin typeface="Bell MT" panose="02020503060305020303" pitchFamily="18" charset="0"/>
              </a:rPr>
              <a:t> Cahaya dan juga </a:t>
            </a:r>
            <a:r>
              <a:rPr lang="en-ID" sz="3500" dirty="0" err="1">
                <a:solidFill>
                  <a:srgbClr val="452981"/>
                </a:solidFill>
                <a:latin typeface="Bell MT" panose="02020503060305020303" pitchFamily="18" charset="0"/>
              </a:rPr>
              <a:t>menjadi</a:t>
            </a:r>
            <a:r>
              <a:rPr lang="en-ID" sz="3500" dirty="0">
                <a:solidFill>
                  <a:srgbClr val="452981"/>
                </a:solidFill>
                <a:latin typeface="Bell MT" panose="02020503060305020303" pitchFamily="18" charset="0"/>
              </a:rPr>
              <a:t> </a:t>
            </a:r>
            <a:r>
              <a:rPr lang="en-ID" sz="3500" dirty="0" err="1">
                <a:solidFill>
                  <a:srgbClr val="452981"/>
                </a:solidFill>
                <a:latin typeface="Bell MT" panose="02020503060305020303" pitchFamily="18" charset="0"/>
              </a:rPr>
              <a:t>perangkat</a:t>
            </a:r>
            <a:r>
              <a:rPr lang="en-ID" sz="3500" dirty="0">
                <a:solidFill>
                  <a:srgbClr val="452981"/>
                </a:solidFill>
                <a:latin typeface="Bell MT" panose="02020503060305020303" pitchFamily="18" charset="0"/>
              </a:rPr>
              <a:t> input data sensor.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D281B7-3345-3E92-5D51-BFC0F0CE04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3" b="762"/>
          <a:stretch>
            <a:fillRect/>
          </a:stretch>
        </p:blipFill>
        <p:spPr bwMode="auto">
          <a:xfrm>
            <a:off x="1314064" y="3101373"/>
            <a:ext cx="3960000" cy="3301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B26CC6-4FC7-0E8D-138C-2B7EA877F3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76" y="9088683"/>
            <a:ext cx="646331" cy="6463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40794CF-D0A6-7ECC-31BC-78D3F39C1FA8}"/>
              </a:ext>
            </a:extLst>
          </p:cNvPr>
          <p:cNvSpPr txBox="1"/>
          <p:nvPr/>
        </p:nvSpPr>
        <p:spPr>
          <a:xfrm>
            <a:off x="1628775" y="9088682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POLITEKNIK NEGERI INDRAMAYU</a:t>
            </a:r>
          </a:p>
          <a:p>
            <a:pPr algn="just"/>
            <a:r>
              <a:rPr lang="en-US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 TEKNIK INFORMATIKA</a:t>
            </a:r>
            <a:endParaRPr lang="en-ID" sz="1800" b="1" dirty="0">
              <a:solidFill>
                <a:srgbClr val="4529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14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3AAC-F277-2912-7691-F724BF24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B3A5B4-4907-DAC6-7BCD-2007ED10C196}"/>
              </a:ext>
            </a:extLst>
          </p:cNvPr>
          <p:cNvSpPr/>
          <p:nvPr/>
        </p:nvSpPr>
        <p:spPr>
          <a:xfrm>
            <a:off x="0" y="7029449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3257550" y="3092897"/>
                </a:moveTo>
                <a:lnTo>
                  <a:pt x="3257550" y="3257550"/>
                </a:lnTo>
                <a:lnTo>
                  <a:pt x="2286507" y="3257550"/>
                </a:lnTo>
                <a:lnTo>
                  <a:pt x="2286003" y="3209141"/>
                </a:lnTo>
                <a:lnTo>
                  <a:pt x="2284499" y="3160976"/>
                </a:lnTo>
                <a:lnTo>
                  <a:pt x="2282004" y="3113064"/>
                </a:lnTo>
                <a:lnTo>
                  <a:pt x="2278528" y="3065416"/>
                </a:lnTo>
                <a:lnTo>
                  <a:pt x="2274082" y="3018041"/>
                </a:lnTo>
                <a:lnTo>
                  <a:pt x="2268674" y="2970950"/>
                </a:lnTo>
                <a:lnTo>
                  <a:pt x="2262316" y="2924152"/>
                </a:lnTo>
                <a:lnTo>
                  <a:pt x="2255016" y="2877658"/>
                </a:lnTo>
                <a:lnTo>
                  <a:pt x="2246786" y="2831477"/>
                </a:lnTo>
                <a:lnTo>
                  <a:pt x="2237635" y="2785619"/>
                </a:lnTo>
                <a:lnTo>
                  <a:pt x="2227573" y="2740094"/>
                </a:lnTo>
                <a:lnTo>
                  <a:pt x="2216609" y="2694913"/>
                </a:lnTo>
                <a:lnTo>
                  <a:pt x="2204755" y="2650085"/>
                </a:lnTo>
                <a:lnTo>
                  <a:pt x="2192019" y="2605620"/>
                </a:lnTo>
                <a:lnTo>
                  <a:pt x="2178413" y="2561528"/>
                </a:lnTo>
                <a:lnTo>
                  <a:pt x="2163945" y="2517819"/>
                </a:lnTo>
                <a:lnTo>
                  <a:pt x="2148625" y="2474503"/>
                </a:lnTo>
                <a:lnTo>
                  <a:pt x="2132465" y="2431590"/>
                </a:lnTo>
                <a:lnTo>
                  <a:pt x="2115473" y="2389091"/>
                </a:lnTo>
                <a:lnTo>
                  <a:pt x="2097660" y="2347014"/>
                </a:lnTo>
                <a:lnTo>
                  <a:pt x="2079035" y="2305370"/>
                </a:lnTo>
                <a:lnTo>
                  <a:pt x="2059609" y="2264168"/>
                </a:lnTo>
                <a:lnTo>
                  <a:pt x="2039391" y="2223420"/>
                </a:lnTo>
                <a:lnTo>
                  <a:pt x="2018392" y="2183134"/>
                </a:lnTo>
                <a:lnTo>
                  <a:pt x="1996621" y="2143321"/>
                </a:lnTo>
                <a:lnTo>
                  <a:pt x="1974089" y="2103991"/>
                </a:lnTo>
                <a:lnTo>
                  <a:pt x="1950805" y="2065153"/>
                </a:lnTo>
                <a:lnTo>
                  <a:pt x="1926780" y="2026818"/>
                </a:lnTo>
                <a:lnTo>
                  <a:pt x="1902022" y="1988996"/>
                </a:lnTo>
                <a:lnTo>
                  <a:pt x="1876543" y="1951696"/>
                </a:lnTo>
                <a:lnTo>
                  <a:pt x="1850352" y="1914929"/>
                </a:lnTo>
                <a:lnTo>
                  <a:pt x="1823459" y="1878704"/>
                </a:lnTo>
                <a:lnTo>
                  <a:pt x="1795875" y="1843031"/>
                </a:lnTo>
                <a:lnTo>
                  <a:pt x="1767608" y="1807921"/>
                </a:lnTo>
                <a:lnTo>
                  <a:pt x="1738670" y="1773383"/>
                </a:lnTo>
                <a:lnTo>
                  <a:pt x="1709069" y="1739428"/>
                </a:lnTo>
                <a:lnTo>
                  <a:pt x="1678816" y="1706064"/>
                </a:lnTo>
                <a:lnTo>
                  <a:pt x="1647922" y="1673303"/>
                </a:lnTo>
                <a:lnTo>
                  <a:pt x="1616395" y="1641154"/>
                </a:lnTo>
                <a:lnTo>
                  <a:pt x="1584246" y="1609628"/>
                </a:lnTo>
                <a:lnTo>
                  <a:pt x="1551485" y="1578733"/>
                </a:lnTo>
                <a:lnTo>
                  <a:pt x="1518122" y="1548480"/>
                </a:lnTo>
                <a:lnTo>
                  <a:pt x="1484166" y="1518880"/>
                </a:lnTo>
                <a:lnTo>
                  <a:pt x="1449629" y="1489941"/>
                </a:lnTo>
                <a:lnTo>
                  <a:pt x="1414518" y="1461675"/>
                </a:lnTo>
                <a:lnTo>
                  <a:pt x="1378846" y="1434090"/>
                </a:lnTo>
                <a:lnTo>
                  <a:pt x="1342621" y="1407197"/>
                </a:lnTo>
                <a:lnTo>
                  <a:pt x="1305853" y="1381006"/>
                </a:lnTo>
                <a:lnTo>
                  <a:pt x="1268553" y="1355527"/>
                </a:lnTo>
                <a:lnTo>
                  <a:pt x="1230731" y="1330770"/>
                </a:lnTo>
                <a:lnTo>
                  <a:pt x="1192396" y="1306744"/>
                </a:lnTo>
                <a:lnTo>
                  <a:pt x="1153558" y="1283460"/>
                </a:lnTo>
                <a:lnTo>
                  <a:pt x="1114228" y="1260928"/>
                </a:lnTo>
                <a:lnTo>
                  <a:pt x="1074415" y="1239157"/>
                </a:lnTo>
                <a:lnTo>
                  <a:pt x="1034130" y="1218158"/>
                </a:lnTo>
                <a:lnTo>
                  <a:pt x="993381" y="1197940"/>
                </a:lnTo>
                <a:lnTo>
                  <a:pt x="952180" y="1178514"/>
                </a:lnTo>
                <a:lnTo>
                  <a:pt x="910536" y="1159890"/>
                </a:lnTo>
                <a:lnTo>
                  <a:pt x="868459" y="1142076"/>
                </a:lnTo>
                <a:lnTo>
                  <a:pt x="825959" y="1125085"/>
                </a:lnTo>
                <a:lnTo>
                  <a:pt x="783046" y="1108924"/>
                </a:lnTo>
                <a:lnTo>
                  <a:pt x="739730" y="1093605"/>
                </a:lnTo>
                <a:lnTo>
                  <a:pt x="696022" y="1079137"/>
                </a:lnTo>
                <a:lnTo>
                  <a:pt x="651930" y="1065530"/>
                </a:lnTo>
                <a:lnTo>
                  <a:pt x="607465" y="1052794"/>
                </a:lnTo>
                <a:lnTo>
                  <a:pt x="562637" y="1040940"/>
                </a:lnTo>
                <a:lnTo>
                  <a:pt x="517455" y="1029977"/>
                </a:lnTo>
                <a:lnTo>
                  <a:pt x="471931" y="1019914"/>
                </a:lnTo>
                <a:lnTo>
                  <a:pt x="426073" y="1010763"/>
                </a:lnTo>
                <a:lnTo>
                  <a:pt x="380433" y="1002629"/>
                </a:lnTo>
                <a:lnTo>
                  <a:pt x="333534" y="995255"/>
                </a:lnTo>
                <a:lnTo>
                  <a:pt x="286599" y="988875"/>
                </a:lnTo>
                <a:lnTo>
                  <a:pt x="239508" y="983468"/>
                </a:lnTo>
                <a:lnTo>
                  <a:pt x="192134" y="979021"/>
                </a:lnTo>
                <a:lnTo>
                  <a:pt x="144485" y="975545"/>
                </a:lnTo>
                <a:lnTo>
                  <a:pt x="96574" y="973050"/>
                </a:lnTo>
                <a:lnTo>
                  <a:pt x="48408" y="971546"/>
                </a:lnTo>
                <a:lnTo>
                  <a:pt x="0" y="971042"/>
                </a:lnTo>
                <a:lnTo>
                  <a:pt x="0" y="0"/>
                </a:lnTo>
                <a:lnTo>
                  <a:pt x="164648" y="0"/>
                </a:lnTo>
                <a:lnTo>
                  <a:pt x="191676" y="1369"/>
                </a:lnTo>
                <a:lnTo>
                  <a:pt x="239151" y="4463"/>
                </a:lnTo>
                <a:lnTo>
                  <a:pt x="286439" y="8232"/>
                </a:lnTo>
                <a:lnTo>
                  <a:pt x="333397" y="12657"/>
                </a:lnTo>
                <a:lnTo>
                  <a:pt x="379892" y="17714"/>
                </a:lnTo>
                <a:lnTo>
                  <a:pt x="427130" y="23537"/>
                </a:lnTo>
                <a:lnTo>
                  <a:pt x="473621" y="29955"/>
                </a:lnTo>
                <a:lnTo>
                  <a:pt x="519900" y="37025"/>
                </a:lnTo>
                <a:lnTo>
                  <a:pt x="565964" y="44740"/>
                </a:lnTo>
                <a:lnTo>
                  <a:pt x="611807" y="53096"/>
                </a:lnTo>
                <a:lnTo>
                  <a:pt x="657424" y="62089"/>
                </a:lnTo>
                <a:lnTo>
                  <a:pt x="702811" y="71713"/>
                </a:lnTo>
                <a:lnTo>
                  <a:pt x="747964" y="81964"/>
                </a:lnTo>
                <a:lnTo>
                  <a:pt x="792876" y="92836"/>
                </a:lnTo>
                <a:lnTo>
                  <a:pt x="837544" y="104326"/>
                </a:lnTo>
                <a:lnTo>
                  <a:pt x="881962" y="116428"/>
                </a:lnTo>
                <a:lnTo>
                  <a:pt x="926126" y="129138"/>
                </a:lnTo>
                <a:lnTo>
                  <a:pt x="970031" y="142451"/>
                </a:lnTo>
                <a:lnTo>
                  <a:pt x="1013673" y="156362"/>
                </a:lnTo>
                <a:lnTo>
                  <a:pt x="1057046" y="170866"/>
                </a:lnTo>
                <a:lnTo>
                  <a:pt x="1100146" y="185958"/>
                </a:lnTo>
                <a:lnTo>
                  <a:pt x="1142968" y="201635"/>
                </a:lnTo>
                <a:lnTo>
                  <a:pt x="1185507" y="217890"/>
                </a:lnTo>
                <a:lnTo>
                  <a:pt x="1227758" y="234719"/>
                </a:lnTo>
                <a:lnTo>
                  <a:pt x="1269717" y="252118"/>
                </a:lnTo>
                <a:lnTo>
                  <a:pt x="1311379" y="270082"/>
                </a:lnTo>
                <a:lnTo>
                  <a:pt x="1352739" y="288605"/>
                </a:lnTo>
                <a:lnTo>
                  <a:pt x="1393792" y="307683"/>
                </a:lnTo>
                <a:lnTo>
                  <a:pt x="1434534" y="327312"/>
                </a:lnTo>
                <a:lnTo>
                  <a:pt x="1474960" y="347486"/>
                </a:lnTo>
                <a:lnTo>
                  <a:pt x="1515064" y="368201"/>
                </a:lnTo>
                <a:lnTo>
                  <a:pt x="1554843" y="389452"/>
                </a:lnTo>
                <a:lnTo>
                  <a:pt x="1594291" y="411234"/>
                </a:lnTo>
                <a:lnTo>
                  <a:pt x="1633404" y="433543"/>
                </a:lnTo>
                <a:lnTo>
                  <a:pt x="1672177" y="456373"/>
                </a:lnTo>
                <a:lnTo>
                  <a:pt x="1710605" y="479720"/>
                </a:lnTo>
                <a:lnTo>
                  <a:pt x="1748683" y="503579"/>
                </a:lnTo>
                <a:lnTo>
                  <a:pt x="1786407" y="527945"/>
                </a:lnTo>
                <a:lnTo>
                  <a:pt x="1823771" y="552814"/>
                </a:lnTo>
                <a:lnTo>
                  <a:pt x="1860772" y="578181"/>
                </a:lnTo>
                <a:lnTo>
                  <a:pt x="1897403" y="604040"/>
                </a:lnTo>
                <a:lnTo>
                  <a:pt x="1933662" y="630388"/>
                </a:lnTo>
                <a:lnTo>
                  <a:pt x="1969541" y="657220"/>
                </a:lnTo>
                <a:lnTo>
                  <a:pt x="2005038" y="684530"/>
                </a:lnTo>
                <a:lnTo>
                  <a:pt x="2040147" y="712313"/>
                </a:lnTo>
                <a:lnTo>
                  <a:pt x="2074863" y="740566"/>
                </a:lnTo>
                <a:lnTo>
                  <a:pt x="2109182" y="769283"/>
                </a:lnTo>
                <a:lnTo>
                  <a:pt x="2143098" y="798460"/>
                </a:lnTo>
                <a:lnTo>
                  <a:pt x="2176607" y="828092"/>
                </a:lnTo>
                <a:lnTo>
                  <a:pt x="2209705" y="858173"/>
                </a:lnTo>
                <a:lnTo>
                  <a:pt x="2242386" y="888700"/>
                </a:lnTo>
                <a:lnTo>
                  <a:pt x="2274646" y="919667"/>
                </a:lnTo>
                <a:lnTo>
                  <a:pt x="2306480" y="951070"/>
                </a:lnTo>
                <a:lnTo>
                  <a:pt x="2337882" y="982903"/>
                </a:lnTo>
                <a:lnTo>
                  <a:pt x="2368850" y="1015163"/>
                </a:lnTo>
                <a:lnTo>
                  <a:pt x="2399376" y="1047844"/>
                </a:lnTo>
                <a:lnTo>
                  <a:pt x="2429458" y="1080942"/>
                </a:lnTo>
                <a:lnTo>
                  <a:pt x="2459089" y="1114451"/>
                </a:lnTo>
                <a:lnTo>
                  <a:pt x="2488266" y="1148368"/>
                </a:lnTo>
                <a:lnTo>
                  <a:pt x="2516983" y="1182687"/>
                </a:lnTo>
                <a:lnTo>
                  <a:pt x="2545236" y="1217403"/>
                </a:lnTo>
                <a:lnTo>
                  <a:pt x="2573020" y="1252511"/>
                </a:lnTo>
                <a:lnTo>
                  <a:pt x="2600330" y="1288008"/>
                </a:lnTo>
                <a:lnTo>
                  <a:pt x="2627161" y="1323888"/>
                </a:lnTo>
                <a:lnTo>
                  <a:pt x="2653509" y="1360146"/>
                </a:lnTo>
                <a:lnTo>
                  <a:pt x="2679369" y="1396778"/>
                </a:lnTo>
                <a:lnTo>
                  <a:pt x="2704735" y="1433778"/>
                </a:lnTo>
                <a:lnTo>
                  <a:pt x="2729604" y="1471143"/>
                </a:lnTo>
                <a:lnTo>
                  <a:pt x="2753971" y="1508866"/>
                </a:lnTo>
                <a:lnTo>
                  <a:pt x="2777830" y="1546945"/>
                </a:lnTo>
                <a:lnTo>
                  <a:pt x="2801177" y="1585372"/>
                </a:lnTo>
                <a:lnTo>
                  <a:pt x="2824007" y="1624145"/>
                </a:lnTo>
                <a:lnTo>
                  <a:pt x="2846315" y="1663258"/>
                </a:lnTo>
                <a:lnTo>
                  <a:pt x="2868097" y="1702706"/>
                </a:lnTo>
                <a:lnTo>
                  <a:pt x="2889348" y="1742485"/>
                </a:lnTo>
                <a:lnTo>
                  <a:pt x="2910063" y="1782590"/>
                </a:lnTo>
                <a:lnTo>
                  <a:pt x="2930237" y="1823015"/>
                </a:lnTo>
                <a:lnTo>
                  <a:pt x="2949866" y="1863757"/>
                </a:lnTo>
                <a:lnTo>
                  <a:pt x="2968944" y="1904810"/>
                </a:lnTo>
                <a:lnTo>
                  <a:pt x="2987468" y="1946170"/>
                </a:lnTo>
                <a:lnTo>
                  <a:pt x="3005431" y="1987832"/>
                </a:lnTo>
                <a:lnTo>
                  <a:pt x="3022830" y="2029791"/>
                </a:lnTo>
                <a:lnTo>
                  <a:pt x="3039660" y="2072043"/>
                </a:lnTo>
                <a:lnTo>
                  <a:pt x="3055915" y="2114582"/>
                </a:lnTo>
                <a:lnTo>
                  <a:pt x="3071591" y="2157404"/>
                </a:lnTo>
                <a:lnTo>
                  <a:pt x="3086684" y="2200503"/>
                </a:lnTo>
                <a:lnTo>
                  <a:pt x="3101188" y="2243877"/>
                </a:lnTo>
                <a:lnTo>
                  <a:pt x="3115098" y="2287518"/>
                </a:lnTo>
                <a:lnTo>
                  <a:pt x="3128411" y="2331423"/>
                </a:lnTo>
                <a:lnTo>
                  <a:pt x="3141121" y="2375588"/>
                </a:lnTo>
                <a:lnTo>
                  <a:pt x="3153223" y="2420006"/>
                </a:lnTo>
                <a:lnTo>
                  <a:pt x="3164713" y="2464674"/>
                </a:lnTo>
                <a:lnTo>
                  <a:pt x="3175586" y="2509586"/>
                </a:lnTo>
                <a:lnTo>
                  <a:pt x="3185837" y="2554738"/>
                </a:lnTo>
                <a:lnTo>
                  <a:pt x="3195461" y="2600125"/>
                </a:lnTo>
                <a:lnTo>
                  <a:pt x="3204453" y="2645743"/>
                </a:lnTo>
                <a:lnTo>
                  <a:pt x="3212809" y="2691586"/>
                </a:lnTo>
                <a:lnTo>
                  <a:pt x="3220525" y="2737649"/>
                </a:lnTo>
                <a:lnTo>
                  <a:pt x="3227594" y="2783929"/>
                </a:lnTo>
                <a:lnTo>
                  <a:pt x="3234013" y="2830419"/>
                </a:lnTo>
                <a:lnTo>
                  <a:pt x="3239776" y="2877117"/>
                </a:lnTo>
                <a:lnTo>
                  <a:pt x="3244879" y="2924015"/>
                </a:lnTo>
                <a:lnTo>
                  <a:pt x="3249318" y="2971111"/>
                </a:lnTo>
                <a:lnTo>
                  <a:pt x="3253086" y="3018398"/>
                </a:lnTo>
                <a:lnTo>
                  <a:pt x="3256180" y="3065873"/>
                </a:lnTo>
                <a:lnTo>
                  <a:pt x="3257550" y="3092897"/>
                </a:lnTo>
                <a:close/>
              </a:path>
            </a:pathLst>
          </a:custGeom>
          <a:solidFill>
            <a:srgbClr val="FFB4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419570C-ABC2-85AD-04E1-EDAE55CF6765}"/>
              </a:ext>
            </a:extLst>
          </p:cNvPr>
          <p:cNvSpPr/>
          <p:nvPr/>
        </p:nvSpPr>
        <p:spPr>
          <a:xfrm>
            <a:off x="15030450" y="-1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0" y="164644"/>
                </a:moveTo>
                <a:lnTo>
                  <a:pt x="0" y="0"/>
                </a:lnTo>
                <a:lnTo>
                  <a:pt x="971043" y="0"/>
                </a:lnTo>
                <a:lnTo>
                  <a:pt x="971546" y="48408"/>
                </a:lnTo>
                <a:lnTo>
                  <a:pt x="973051" y="96574"/>
                </a:lnTo>
                <a:lnTo>
                  <a:pt x="975546" y="144485"/>
                </a:lnTo>
                <a:lnTo>
                  <a:pt x="979021" y="192134"/>
                </a:lnTo>
                <a:lnTo>
                  <a:pt x="983468" y="239508"/>
                </a:lnTo>
                <a:lnTo>
                  <a:pt x="988876" y="286599"/>
                </a:lnTo>
                <a:lnTo>
                  <a:pt x="995234" y="333397"/>
                </a:lnTo>
                <a:lnTo>
                  <a:pt x="1002533" y="379892"/>
                </a:lnTo>
                <a:lnTo>
                  <a:pt x="1010763" y="426073"/>
                </a:lnTo>
                <a:lnTo>
                  <a:pt x="1019915" y="471931"/>
                </a:lnTo>
                <a:lnTo>
                  <a:pt x="1029977" y="517455"/>
                </a:lnTo>
                <a:lnTo>
                  <a:pt x="1040940" y="562637"/>
                </a:lnTo>
                <a:lnTo>
                  <a:pt x="1052795" y="607465"/>
                </a:lnTo>
                <a:lnTo>
                  <a:pt x="1065530" y="651930"/>
                </a:lnTo>
                <a:lnTo>
                  <a:pt x="1079137" y="696022"/>
                </a:lnTo>
                <a:lnTo>
                  <a:pt x="1093605" y="739730"/>
                </a:lnTo>
                <a:lnTo>
                  <a:pt x="1108924" y="783046"/>
                </a:lnTo>
                <a:lnTo>
                  <a:pt x="1125085" y="825959"/>
                </a:lnTo>
                <a:lnTo>
                  <a:pt x="1142077" y="868459"/>
                </a:lnTo>
                <a:lnTo>
                  <a:pt x="1159890" y="910536"/>
                </a:lnTo>
                <a:lnTo>
                  <a:pt x="1178515" y="952180"/>
                </a:lnTo>
                <a:lnTo>
                  <a:pt x="1197941" y="993381"/>
                </a:lnTo>
                <a:lnTo>
                  <a:pt x="1218158" y="1034130"/>
                </a:lnTo>
                <a:lnTo>
                  <a:pt x="1239157" y="1074415"/>
                </a:lnTo>
                <a:lnTo>
                  <a:pt x="1260928" y="1114228"/>
                </a:lnTo>
                <a:lnTo>
                  <a:pt x="1283460" y="1153558"/>
                </a:lnTo>
                <a:lnTo>
                  <a:pt x="1306744" y="1192396"/>
                </a:lnTo>
                <a:lnTo>
                  <a:pt x="1330770" y="1230731"/>
                </a:lnTo>
                <a:lnTo>
                  <a:pt x="1355527" y="1268553"/>
                </a:lnTo>
                <a:lnTo>
                  <a:pt x="1381007" y="1305853"/>
                </a:lnTo>
                <a:lnTo>
                  <a:pt x="1407198" y="1342621"/>
                </a:lnTo>
                <a:lnTo>
                  <a:pt x="1434090" y="1378846"/>
                </a:lnTo>
                <a:lnTo>
                  <a:pt x="1461675" y="1414518"/>
                </a:lnTo>
                <a:lnTo>
                  <a:pt x="1489942" y="1449629"/>
                </a:lnTo>
                <a:lnTo>
                  <a:pt x="1518880" y="1484166"/>
                </a:lnTo>
                <a:lnTo>
                  <a:pt x="1548481" y="1518122"/>
                </a:lnTo>
                <a:lnTo>
                  <a:pt x="1578733" y="1551485"/>
                </a:lnTo>
                <a:lnTo>
                  <a:pt x="1609628" y="1584246"/>
                </a:lnTo>
                <a:lnTo>
                  <a:pt x="1641155" y="1616395"/>
                </a:lnTo>
                <a:lnTo>
                  <a:pt x="1673303" y="1647922"/>
                </a:lnTo>
                <a:lnTo>
                  <a:pt x="1706064" y="1678816"/>
                </a:lnTo>
                <a:lnTo>
                  <a:pt x="1739428" y="1709069"/>
                </a:lnTo>
                <a:lnTo>
                  <a:pt x="1773383" y="1738670"/>
                </a:lnTo>
                <a:lnTo>
                  <a:pt x="1807921" y="1767608"/>
                </a:lnTo>
                <a:lnTo>
                  <a:pt x="1843031" y="1795875"/>
                </a:lnTo>
                <a:lnTo>
                  <a:pt x="1878704" y="1823459"/>
                </a:lnTo>
                <a:lnTo>
                  <a:pt x="1914929" y="1850352"/>
                </a:lnTo>
                <a:lnTo>
                  <a:pt x="1951696" y="1876543"/>
                </a:lnTo>
                <a:lnTo>
                  <a:pt x="1988996" y="1902022"/>
                </a:lnTo>
                <a:lnTo>
                  <a:pt x="2026819" y="1926780"/>
                </a:lnTo>
                <a:lnTo>
                  <a:pt x="2065154" y="1950805"/>
                </a:lnTo>
                <a:lnTo>
                  <a:pt x="2103991" y="1974089"/>
                </a:lnTo>
                <a:lnTo>
                  <a:pt x="2143321" y="1996621"/>
                </a:lnTo>
                <a:lnTo>
                  <a:pt x="2183134" y="2018392"/>
                </a:lnTo>
                <a:lnTo>
                  <a:pt x="2223420" y="2039391"/>
                </a:lnTo>
                <a:lnTo>
                  <a:pt x="2264169" y="2059609"/>
                </a:lnTo>
                <a:lnTo>
                  <a:pt x="2305370" y="2079035"/>
                </a:lnTo>
                <a:lnTo>
                  <a:pt x="2347014" y="2097660"/>
                </a:lnTo>
                <a:lnTo>
                  <a:pt x="2389091" y="2115473"/>
                </a:lnTo>
                <a:lnTo>
                  <a:pt x="2431591" y="2132465"/>
                </a:lnTo>
                <a:lnTo>
                  <a:pt x="2474503" y="2148625"/>
                </a:lnTo>
                <a:lnTo>
                  <a:pt x="2517819" y="2163945"/>
                </a:lnTo>
                <a:lnTo>
                  <a:pt x="2561528" y="2178413"/>
                </a:lnTo>
                <a:lnTo>
                  <a:pt x="2605620" y="2192019"/>
                </a:lnTo>
                <a:lnTo>
                  <a:pt x="2650085" y="2204755"/>
                </a:lnTo>
                <a:lnTo>
                  <a:pt x="2694913" y="2216609"/>
                </a:lnTo>
                <a:lnTo>
                  <a:pt x="2740094" y="2227573"/>
                </a:lnTo>
                <a:lnTo>
                  <a:pt x="2785619" y="2237635"/>
                </a:lnTo>
                <a:lnTo>
                  <a:pt x="2831477" y="2246786"/>
                </a:lnTo>
                <a:lnTo>
                  <a:pt x="2877117" y="2254920"/>
                </a:lnTo>
                <a:lnTo>
                  <a:pt x="2924015" y="2262294"/>
                </a:lnTo>
                <a:lnTo>
                  <a:pt x="2970950" y="2268674"/>
                </a:lnTo>
                <a:lnTo>
                  <a:pt x="3018041" y="2274082"/>
                </a:lnTo>
                <a:lnTo>
                  <a:pt x="3065416" y="2278528"/>
                </a:lnTo>
                <a:lnTo>
                  <a:pt x="3113064" y="2282004"/>
                </a:lnTo>
                <a:lnTo>
                  <a:pt x="3160976" y="2284499"/>
                </a:lnTo>
                <a:lnTo>
                  <a:pt x="3209141" y="2286003"/>
                </a:lnTo>
                <a:lnTo>
                  <a:pt x="3257550" y="2286507"/>
                </a:lnTo>
                <a:lnTo>
                  <a:pt x="3257550" y="3257550"/>
                </a:lnTo>
                <a:lnTo>
                  <a:pt x="3092897" y="3257550"/>
                </a:lnTo>
                <a:lnTo>
                  <a:pt x="3065873" y="3256180"/>
                </a:lnTo>
                <a:lnTo>
                  <a:pt x="3018399" y="3253086"/>
                </a:lnTo>
                <a:lnTo>
                  <a:pt x="2971111" y="3249318"/>
                </a:lnTo>
                <a:lnTo>
                  <a:pt x="2924152" y="3244892"/>
                </a:lnTo>
                <a:lnTo>
                  <a:pt x="2877658" y="3239835"/>
                </a:lnTo>
                <a:lnTo>
                  <a:pt x="2830420" y="3234013"/>
                </a:lnTo>
                <a:lnTo>
                  <a:pt x="2783929" y="3227594"/>
                </a:lnTo>
                <a:lnTo>
                  <a:pt x="2737649" y="3220525"/>
                </a:lnTo>
                <a:lnTo>
                  <a:pt x="2691586" y="3212809"/>
                </a:lnTo>
                <a:lnTo>
                  <a:pt x="2645743" y="3204453"/>
                </a:lnTo>
                <a:lnTo>
                  <a:pt x="2600125" y="3195461"/>
                </a:lnTo>
                <a:lnTo>
                  <a:pt x="2554738" y="3185837"/>
                </a:lnTo>
                <a:lnTo>
                  <a:pt x="2509586" y="3175586"/>
                </a:lnTo>
                <a:lnTo>
                  <a:pt x="2464674" y="3164713"/>
                </a:lnTo>
                <a:lnTo>
                  <a:pt x="2420006" y="3153223"/>
                </a:lnTo>
                <a:lnTo>
                  <a:pt x="2375588" y="3141121"/>
                </a:lnTo>
                <a:lnTo>
                  <a:pt x="2331424" y="3128411"/>
                </a:lnTo>
                <a:lnTo>
                  <a:pt x="2287518" y="3115098"/>
                </a:lnTo>
                <a:lnTo>
                  <a:pt x="2243877" y="3101188"/>
                </a:lnTo>
                <a:lnTo>
                  <a:pt x="2200504" y="3086684"/>
                </a:lnTo>
                <a:lnTo>
                  <a:pt x="2157404" y="3071591"/>
                </a:lnTo>
                <a:lnTo>
                  <a:pt x="2114582" y="3055915"/>
                </a:lnTo>
                <a:lnTo>
                  <a:pt x="2072043" y="3039660"/>
                </a:lnTo>
                <a:lnTo>
                  <a:pt x="2029792" y="3022830"/>
                </a:lnTo>
                <a:lnTo>
                  <a:pt x="1987832" y="3005431"/>
                </a:lnTo>
                <a:lnTo>
                  <a:pt x="1946171" y="2987468"/>
                </a:lnTo>
                <a:lnTo>
                  <a:pt x="1904811" y="2968944"/>
                </a:lnTo>
                <a:lnTo>
                  <a:pt x="1863757" y="2949866"/>
                </a:lnTo>
                <a:lnTo>
                  <a:pt x="1823015" y="2930237"/>
                </a:lnTo>
                <a:lnTo>
                  <a:pt x="1782590" y="2910063"/>
                </a:lnTo>
                <a:lnTo>
                  <a:pt x="1742485" y="2889348"/>
                </a:lnTo>
                <a:lnTo>
                  <a:pt x="1702706" y="2868097"/>
                </a:lnTo>
                <a:lnTo>
                  <a:pt x="1663258" y="2846315"/>
                </a:lnTo>
                <a:lnTo>
                  <a:pt x="1624145" y="2824007"/>
                </a:lnTo>
                <a:lnTo>
                  <a:pt x="1585373" y="2801177"/>
                </a:lnTo>
                <a:lnTo>
                  <a:pt x="1546945" y="2777830"/>
                </a:lnTo>
                <a:lnTo>
                  <a:pt x="1508867" y="2753971"/>
                </a:lnTo>
                <a:lnTo>
                  <a:pt x="1471143" y="2729604"/>
                </a:lnTo>
                <a:lnTo>
                  <a:pt x="1433778" y="2704735"/>
                </a:lnTo>
                <a:lnTo>
                  <a:pt x="1396778" y="2679369"/>
                </a:lnTo>
                <a:lnTo>
                  <a:pt x="1360146" y="2653509"/>
                </a:lnTo>
                <a:lnTo>
                  <a:pt x="1323888" y="2627161"/>
                </a:lnTo>
                <a:lnTo>
                  <a:pt x="1288008" y="2600330"/>
                </a:lnTo>
                <a:lnTo>
                  <a:pt x="1252512" y="2573020"/>
                </a:lnTo>
                <a:lnTo>
                  <a:pt x="1217403" y="2545236"/>
                </a:lnTo>
                <a:lnTo>
                  <a:pt x="1182687" y="2516983"/>
                </a:lnTo>
                <a:lnTo>
                  <a:pt x="1148368" y="2488266"/>
                </a:lnTo>
                <a:lnTo>
                  <a:pt x="1114452" y="2459089"/>
                </a:lnTo>
                <a:lnTo>
                  <a:pt x="1080942" y="2429458"/>
                </a:lnTo>
                <a:lnTo>
                  <a:pt x="1047845" y="2399376"/>
                </a:lnTo>
                <a:lnTo>
                  <a:pt x="1015163" y="2368850"/>
                </a:lnTo>
                <a:lnTo>
                  <a:pt x="982904" y="2337882"/>
                </a:lnTo>
                <a:lnTo>
                  <a:pt x="951070" y="2306480"/>
                </a:lnTo>
                <a:lnTo>
                  <a:pt x="919667" y="2274646"/>
                </a:lnTo>
                <a:lnTo>
                  <a:pt x="888700" y="2242386"/>
                </a:lnTo>
                <a:lnTo>
                  <a:pt x="858173" y="2209705"/>
                </a:lnTo>
                <a:lnTo>
                  <a:pt x="828092" y="2176607"/>
                </a:lnTo>
                <a:lnTo>
                  <a:pt x="798460" y="2143098"/>
                </a:lnTo>
                <a:lnTo>
                  <a:pt x="769284" y="2109182"/>
                </a:lnTo>
                <a:lnTo>
                  <a:pt x="740566" y="2074863"/>
                </a:lnTo>
                <a:lnTo>
                  <a:pt x="712314" y="2040147"/>
                </a:lnTo>
                <a:lnTo>
                  <a:pt x="684530" y="2005038"/>
                </a:lnTo>
                <a:lnTo>
                  <a:pt x="657220" y="1969541"/>
                </a:lnTo>
                <a:lnTo>
                  <a:pt x="630389" y="1933662"/>
                </a:lnTo>
                <a:lnTo>
                  <a:pt x="604041" y="1897403"/>
                </a:lnTo>
                <a:lnTo>
                  <a:pt x="578181" y="1860772"/>
                </a:lnTo>
                <a:lnTo>
                  <a:pt x="552814" y="1823771"/>
                </a:lnTo>
                <a:lnTo>
                  <a:pt x="527945" y="1786407"/>
                </a:lnTo>
                <a:lnTo>
                  <a:pt x="503579" y="1748683"/>
                </a:lnTo>
                <a:lnTo>
                  <a:pt x="479720" y="1710605"/>
                </a:lnTo>
                <a:lnTo>
                  <a:pt x="456373" y="1672177"/>
                </a:lnTo>
                <a:lnTo>
                  <a:pt x="433543" y="1633404"/>
                </a:lnTo>
                <a:lnTo>
                  <a:pt x="411234" y="1594291"/>
                </a:lnTo>
                <a:lnTo>
                  <a:pt x="389452" y="1554843"/>
                </a:lnTo>
                <a:lnTo>
                  <a:pt x="368201" y="1515064"/>
                </a:lnTo>
                <a:lnTo>
                  <a:pt x="347486" y="1474960"/>
                </a:lnTo>
                <a:lnTo>
                  <a:pt x="327312" y="1434534"/>
                </a:lnTo>
                <a:lnTo>
                  <a:pt x="307684" y="1393792"/>
                </a:lnTo>
                <a:lnTo>
                  <a:pt x="288605" y="1352739"/>
                </a:lnTo>
                <a:lnTo>
                  <a:pt x="270082" y="1311379"/>
                </a:lnTo>
                <a:lnTo>
                  <a:pt x="252118" y="1269717"/>
                </a:lnTo>
                <a:lnTo>
                  <a:pt x="234720" y="1227758"/>
                </a:lnTo>
                <a:lnTo>
                  <a:pt x="217890" y="1185507"/>
                </a:lnTo>
                <a:lnTo>
                  <a:pt x="201635" y="1142968"/>
                </a:lnTo>
                <a:lnTo>
                  <a:pt x="185959" y="1100146"/>
                </a:lnTo>
                <a:lnTo>
                  <a:pt x="170866" y="1057046"/>
                </a:lnTo>
                <a:lnTo>
                  <a:pt x="156362" y="1013673"/>
                </a:lnTo>
                <a:lnTo>
                  <a:pt x="142451" y="970031"/>
                </a:lnTo>
                <a:lnTo>
                  <a:pt x="129138" y="926126"/>
                </a:lnTo>
                <a:lnTo>
                  <a:pt x="116429" y="881962"/>
                </a:lnTo>
                <a:lnTo>
                  <a:pt x="104326" y="837544"/>
                </a:lnTo>
                <a:lnTo>
                  <a:pt x="92836" y="792876"/>
                </a:lnTo>
                <a:lnTo>
                  <a:pt x="81964" y="747964"/>
                </a:lnTo>
                <a:lnTo>
                  <a:pt x="71713" y="702811"/>
                </a:lnTo>
                <a:lnTo>
                  <a:pt x="62089" y="657424"/>
                </a:lnTo>
                <a:lnTo>
                  <a:pt x="53096" y="611807"/>
                </a:lnTo>
                <a:lnTo>
                  <a:pt x="44740" y="565964"/>
                </a:lnTo>
                <a:lnTo>
                  <a:pt x="37025" y="519900"/>
                </a:lnTo>
                <a:lnTo>
                  <a:pt x="29956" y="473621"/>
                </a:lnTo>
                <a:lnTo>
                  <a:pt x="23537" y="427130"/>
                </a:lnTo>
                <a:lnTo>
                  <a:pt x="17773" y="380433"/>
                </a:lnTo>
                <a:lnTo>
                  <a:pt x="12670" y="333534"/>
                </a:lnTo>
                <a:lnTo>
                  <a:pt x="8232" y="286439"/>
                </a:lnTo>
                <a:lnTo>
                  <a:pt x="4463" y="239151"/>
                </a:lnTo>
                <a:lnTo>
                  <a:pt x="1369" y="191676"/>
                </a:lnTo>
                <a:lnTo>
                  <a:pt x="0" y="164644"/>
                </a:lnTo>
                <a:close/>
              </a:path>
            </a:pathLst>
          </a:custGeom>
          <a:solidFill>
            <a:srgbClr val="A1B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7E155D9-C02D-7B9F-7B23-075E59CD365B}"/>
              </a:ext>
            </a:extLst>
          </p:cNvPr>
          <p:cNvGrpSpPr/>
          <p:nvPr/>
        </p:nvGrpSpPr>
        <p:grpSpPr>
          <a:xfrm>
            <a:off x="282788" y="397087"/>
            <a:ext cx="2003425" cy="2003425"/>
            <a:chOff x="282788" y="397087"/>
            <a:chExt cx="2003425" cy="200342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EBB8285-EC7C-15F2-8596-04A52F5A4A36}"/>
                </a:ext>
              </a:extLst>
            </p:cNvPr>
            <p:cNvSpPr/>
            <p:nvPr/>
          </p:nvSpPr>
          <p:spPr>
            <a:xfrm>
              <a:off x="282788" y="397087"/>
              <a:ext cx="2003425" cy="2003425"/>
            </a:xfrm>
            <a:custGeom>
              <a:avLst/>
              <a:gdLst/>
              <a:ahLst/>
              <a:cxnLst/>
              <a:rect l="l" t="t" r="r" b="b"/>
              <a:pathLst>
                <a:path w="2003425" h="2003425">
                  <a:moveTo>
                    <a:pt x="1001693" y="2003386"/>
                  </a:moveTo>
                  <a:lnTo>
                    <a:pt x="953160" y="2002231"/>
                  </a:lnTo>
                  <a:lnTo>
                    <a:pt x="905223" y="1998800"/>
                  </a:lnTo>
                  <a:lnTo>
                    <a:pt x="857934" y="1993147"/>
                  </a:lnTo>
                  <a:lnTo>
                    <a:pt x="811347" y="1985324"/>
                  </a:lnTo>
                  <a:lnTo>
                    <a:pt x="765514" y="1975382"/>
                  </a:lnTo>
                  <a:lnTo>
                    <a:pt x="720486" y="1963376"/>
                  </a:lnTo>
                  <a:lnTo>
                    <a:pt x="676317" y="1949356"/>
                  </a:lnTo>
                  <a:lnTo>
                    <a:pt x="633059" y="1933376"/>
                  </a:lnTo>
                  <a:lnTo>
                    <a:pt x="590764" y="1915489"/>
                  </a:lnTo>
                  <a:lnTo>
                    <a:pt x="549486" y="1895745"/>
                  </a:lnTo>
                  <a:lnTo>
                    <a:pt x="509275" y="1874199"/>
                  </a:lnTo>
                  <a:lnTo>
                    <a:pt x="470186" y="1850902"/>
                  </a:lnTo>
                  <a:lnTo>
                    <a:pt x="432270" y="1825907"/>
                  </a:lnTo>
                  <a:lnTo>
                    <a:pt x="395579" y="1799267"/>
                  </a:lnTo>
                  <a:lnTo>
                    <a:pt x="360167" y="1771033"/>
                  </a:lnTo>
                  <a:lnTo>
                    <a:pt x="326086" y="1741259"/>
                  </a:lnTo>
                  <a:lnTo>
                    <a:pt x="293388" y="1709997"/>
                  </a:lnTo>
                  <a:lnTo>
                    <a:pt x="262126" y="1677299"/>
                  </a:lnTo>
                  <a:lnTo>
                    <a:pt x="232352" y="1643217"/>
                  </a:lnTo>
                  <a:lnTo>
                    <a:pt x="204118" y="1607805"/>
                  </a:lnTo>
                  <a:lnTo>
                    <a:pt x="177478" y="1571115"/>
                  </a:lnTo>
                  <a:lnTo>
                    <a:pt x="152483" y="1533199"/>
                  </a:lnTo>
                  <a:lnTo>
                    <a:pt x="129186" y="1494110"/>
                  </a:lnTo>
                  <a:lnTo>
                    <a:pt x="107640" y="1453900"/>
                  </a:lnTo>
                  <a:lnTo>
                    <a:pt x="87896" y="1412621"/>
                  </a:lnTo>
                  <a:lnTo>
                    <a:pt x="70009" y="1370326"/>
                  </a:lnTo>
                  <a:lnTo>
                    <a:pt x="54029" y="1327068"/>
                  </a:lnTo>
                  <a:lnTo>
                    <a:pt x="40009" y="1282899"/>
                  </a:lnTo>
                  <a:lnTo>
                    <a:pt x="28003" y="1237872"/>
                  </a:lnTo>
                  <a:lnTo>
                    <a:pt x="18061" y="1192039"/>
                  </a:lnTo>
                  <a:lnTo>
                    <a:pt x="10238" y="1145452"/>
                  </a:lnTo>
                  <a:lnTo>
                    <a:pt x="4585" y="1098164"/>
                  </a:lnTo>
                  <a:lnTo>
                    <a:pt x="1155" y="1050227"/>
                  </a:lnTo>
                  <a:lnTo>
                    <a:pt x="0" y="1001694"/>
                  </a:lnTo>
                  <a:lnTo>
                    <a:pt x="1155" y="953161"/>
                  </a:lnTo>
                  <a:lnTo>
                    <a:pt x="4585" y="905224"/>
                  </a:lnTo>
                  <a:lnTo>
                    <a:pt x="10238" y="857936"/>
                  </a:lnTo>
                  <a:lnTo>
                    <a:pt x="18061" y="811349"/>
                  </a:lnTo>
                  <a:lnTo>
                    <a:pt x="28003" y="765515"/>
                  </a:lnTo>
                  <a:lnTo>
                    <a:pt x="40009" y="720487"/>
                  </a:lnTo>
                  <a:lnTo>
                    <a:pt x="54029" y="676318"/>
                  </a:lnTo>
                  <a:lnTo>
                    <a:pt x="70009" y="633060"/>
                  </a:lnTo>
                  <a:lnTo>
                    <a:pt x="87896" y="590766"/>
                  </a:lnTo>
                  <a:lnTo>
                    <a:pt x="107640" y="549487"/>
                  </a:lnTo>
                  <a:lnTo>
                    <a:pt x="129186" y="509276"/>
                  </a:lnTo>
                  <a:lnTo>
                    <a:pt x="152483" y="470187"/>
                  </a:lnTo>
                  <a:lnTo>
                    <a:pt x="177478" y="432271"/>
                  </a:lnTo>
                  <a:lnTo>
                    <a:pt x="204118" y="395580"/>
                  </a:lnTo>
                  <a:lnTo>
                    <a:pt x="232352" y="360168"/>
                  </a:lnTo>
                  <a:lnTo>
                    <a:pt x="262126" y="326087"/>
                  </a:lnTo>
                  <a:lnTo>
                    <a:pt x="293388" y="293389"/>
                  </a:lnTo>
                  <a:lnTo>
                    <a:pt x="326086" y="262127"/>
                  </a:lnTo>
                  <a:lnTo>
                    <a:pt x="360167" y="232352"/>
                  </a:lnTo>
                  <a:lnTo>
                    <a:pt x="395579" y="204119"/>
                  </a:lnTo>
                  <a:lnTo>
                    <a:pt x="432270" y="177478"/>
                  </a:lnTo>
                  <a:lnTo>
                    <a:pt x="470186" y="152483"/>
                  </a:lnTo>
                  <a:lnTo>
                    <a:pt x="509275" y="129186"/>
                  </a:lnTo>
                  <a:lnTo>
                    <a:pt x="549486" y="107640"/>
                  </a:lnTo>
                  <a:lnTo>
                    <a:pt x="590764" y="87897"/>
                  </a:lnTo>
                  <a:lnTo>
                    <a:pt x="633059" y="70009"/>
                  </a:lnTo>
                  <a:lnTo>
                    <a:pt x="676317" y="54029"/>
                  </a:lnTo>
                  <a:lnTo>
                    <a:pt x="720486" y="40009"/>
                  </a:lnTo>
                  <a:lnTo>
                    <a:pt x="765514" y="28003"/>
                  </a:lnTo>
                  <a:lnTo>
                    <a:pt x="811347" y="18062"/>
                  </a:lnTo>
                  <a:lnTo>
                    <a:pt x="857934" y="10238"/>
                  </a:lnTo>
                  <a:lnTo>
                    <a:pt x="905223" y="4585"/>
                  </a:lnTo>
                  <a:lnTo>
                    <a:pt x="953160" y="1155"/>
                  </a:lnTo>
                  <a:lnTo>
                    <a:pt x="1001693" y="0"/>
                  </a:lnTo>
                  <a:lnTo>
                    <a:pt x="1050225" y="1155"/>
                  </a:lnTo>
                  <a:lnTo>
                    <a:pt x="1098162" y="4585"/>
                  </a:lnTo>
                  <a:lnTo>
                    <a:pt x="1145450" y="10238"/>
                  </a:lnTo>
                  <a:lnTo>
                    <a:pt x="1192037" y="18062"/>
                  </a:lnTo>
                  <a:lnTo>
                    <a:pt x="1237871" y="28003"/>
                  </a:lnTo>
                  <a:lnTo>
                    <a:pt x="1282898" y="40009"/>
                  </a:lnTo>
                  <a:lnTo>
                    <a:pt x="1327067" y="54029"/>
                  </a:lnTo>
                  <a:lnTo>
                    <a:pt x="1370325" y="70009"/>
                  </a:lnTo>
                  <a:lnTo>
                    <a:pt x="1412619" y="87897"/>
                  </a:lnTo>
                  <a:lnTo>
                    <a:pt x="1453898" y="107640"/>
                  </a:lnTo>
                  <a:lnTo>
                    <a:pt x="1494108" y="129186"/>
                  </a:lnTo>
                  <a:lnTo>
                    <a:pt x="1533198" y="152483"/>
                  </a:lnTo>
                  <a:lnTo>
                    <a:pt x="1571114" y="177478"/>
                  </a:lnTo>
                  <a:lnTo>
                    <a:pt x="1607804" y="204119"/>
                  </a:lnTo>
                  <a:lnTo>
                    <a:pt x="1643216" y="232352"/>
                  </a:lnTo>
                  <a:lnTo>
                    <a:pt x="1677297" y="262127"/>
                  </a:lnTo>
                  <a:lnTo>
                    <a:pt x="1709995" y="293389"/>
                  </a:lnTo>
                  <a:lnTo>
                    <a:pt x="1741258" y="326087"/>
                  </a:lnTo>
                  <a:lnTo>
                    <a:pt x="1771032" y="360168"/>
                  </a:lnTo>
                  <a:lnTo>
                    <a:pt x="1799265" y="395580"/>
                  </a:lnTo>
                  <a:lnTo>
                    <a:pt x="1825906" y="432271"/>
                  </a:lnTo>
                  <a:lnTo>
                    <a:pt x="1850901" y="470187"/>
                  </a:lnTo>
                  <a:lnTo>
                    <a:pt x="1874197" y="509276"/>
                  </a:lnTo>
                  <a:lnTo>
                    <a:pt x="1895744" y="549487"/>
                  </a:lnTo>
                  <a:lnTo>
                    <a:pt x="1915487" y="590766"/>
                  </a:lnTo>
                  <a:lnTo>
                    <a:pt x="1933375" y="633060"/>
                  </a:lnTo>
                  <a:lnTo>
                    <a:pt x="1949355" y="676318"/>
                  </a:lnTo>
                  <a:lnTo>
                    <a:pt x="1963374" y="720487"/>
                  </a:lnTo>
                  <a:lnTo>
                    <a:pt x="1975381" y="765515"/>
                  </a:lnTo>
                  <a:lnTo>
                    <a:pt x="1985322" y="811349"/>
                  </a:lnTo>
                  <a:lnTo>
                    <a:pt x="1993146" y="857936"/>
                  </a:lnTo>
                  <a:lnTo>
                    <a:pt x="1998799" y="905224"/>
                  </a:lnTo>
                  <a:lnTo>
                    <a:pt x="2002229" y="953161"/>
                  </a:lnTo>
                  <a:lnTo>
                    <a:pt x="2003384" y="1001694"/>
                  </a:lnTo>
                  <a:lnTo>
                    <a:pt x="2002229" y="1050227"/>
                  </a:lnTo>
                  <a:lnTo>
                    <a:pt x="1998799" y="1098164"/>
                  </a:lnTo>
                  <a:lnTo>
                    <a:pt x="1993146" y="1145452"/>
                  </a:lnTo>
                  <a:lnTo>
                    <a:pt x="1985322" y="1192039"/>
                  </a:lnTo>
                  <a:lnTo>
                    <a:pt x="1975381" y="1237872"/>
                  </a:lnTo>
                  <a:lnTo>
                    <a:pt x="1963374" y="1282899"/>
                  </a:lnTo>
                  <a:lnTo>
                    <a:pt x="1949355" y="1327068"/>
                  </a:lnTo>
                  <a:lnTo>
                    <a:pt x="1933375" y="1370326"/>
                  </a:lnTo>
                  <a:lnTo>
                    <a:pt x="1915487" y="1412621"/>
                  </a:lnTo>
                  <a:lnTo>
                    <a:pt x="1895744" y="1453900"/>
                  </a:lnTo>
                  <a:lnTo>
                    <a:pt x="1874197" y="1494110"/>
                  </a:lnTo>
                  <a:lnTo>
                    <a:pt x="1850901" y="1533199"/>
                  </a:lnTo>
                  <a:lnTo>
                    <a:pt x="1825906" y="1571115"/>
                  </a:lnTo>
                  <a:lnTo>
                    <a:pt x="1799265" y="1607805"/>
                  </a:lnTo>
                  <a:lnTo>
                    <a:pt x="1771032" y="1643217"/>
                  </a:lnTo>
                  <a:lnTo>
                    <a:pt x="1741258" y="1677299"/>
                  </a:lnTo>
                  <a:lnTo>
                    <a:pt x="1709995" y="1709997"/>
                  </a:lnTo>
                  <a:lnTo>
                    <a:pt x="1677297" y="1741259"/>
                  </a:lnTo>
                  <a:lnTo>
                    <a:pt x="1643216" y="1771033"/>
                  </a:lnTo>
                  <a:lnTo>
                    <a:pt x="1607804" y="1799267"/>
                  </a:lnTo>
                  <a:lnTo>
                    <a:pt x="1571114" y="1825907"/>
                  </a:lnTo>
                  <a:lnTo>
                    <a:pt x="1533198" y="1850902"/>
                  </a:lnTo>
                  <a:lnTo>
                    <a:pt x="1494108" y="1874199"/>
                  </a:lnTo>
                  <a:lnTo>
                    <a:pt x="1453898" y="1895745"/>
                  </a:lnTo>
                  <a:lnTo>
                    <a:pt x="1412619" y="1915489"/>
                  </a:lnTo>
                  <a:lnTo>
                    <a:pt x="1370325" y="1933376"/>
                  </a:lnTo>
                  <a:lnTo>
                    <a:pt x="1327067" y="1949356"/>
                  </a:lnTo>
                  <a:lnTo>
                    <a:pt x="1282898" y="1963376"/>
                  </a:lnTo>
                  <a:lnTo>
                    <a:pt x="1237871" y="1975382"/>
                  </a:lnTo>
                  <a:lnTo>
                    <a:pt x="1192037" y="1985324"/>
                  </a:lnTo>
                  <a:lnTo>
                    <a:pt x="1145450" y="1993147"/>
                  </a:lnTo>
                  <a:lnTo>
                    <a:pt x="1098162" y="1998800"/>
                  </a:lnTo>
                  <a:lnTo>
                    <a:pt x="1050225" y="2002231"/>
                  </a:lnTo>
                  <a:lnTo>
                    <a:pt x="1001693" y="2003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35EC1276-4689-2967-0193-73616F29E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750" y="551986"/>
              <a:ext cx="1695385" cy="1695385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8FF7FA8E-1BC9-87E6-3F7F-CAB14EF4B048}"/>
              </a:ext>
            </a:extLst>
          </p:cNvPr>
          <p:cNvSpPr txBox="1"/>
          <p:nvPr/>
        </p:nvSpPr>
        <p:spPr>
          <a:xfrm>
            <a:off x="4171499" y="1051209"/>
            <a:ext cx="586740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b="1" spc="265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LED dan Relay</a:t>
            </a:r>
            <a:endParaRPr lang="en-US" sz="5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C4B0FE1-033A-4290-7D39-7166FCB008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4076" y="1007666"/>
            <a:ext cx="860848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0</a:t>
            </a:r>
            <a:r>
              <a:rPr lang="en-US"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5</a:t>
            </a:r>
            <a:endParaRPr sz="5000" spc="315" dirty="0">
              <a:latin typeface="STHupo" panose="02010800040101010101" pitchFamily="2" charset="-122"/>
              <a:ea typeface="STHupo" panose="02010800040101010101" pitchFamily="2" charset="-122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CDA612C-C209-68BC-FCB2-FAEB2CD865A2}"/>
              </a:ext>
            </a:extLst>
          </p:cNvPr>
          <p:cNvSpPr txBox="1"/>
          <p:nvPr/>
        </p:nvSpPr>
        <p:spPr>
          <a:xfrm>
            <a:off x="11715299" y="3074302"/>
            <a:ext cx="3657600" cy="1052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sz="500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BA0BB9-7E84-EB9F-65FA-0AF040093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99" y="2813128"/>
            <a:ext cx="3600000" cy="26841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878761-4384-A344-4DB1-B9206566258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80" b="1348"/>
          <a:stretch>
            <a:fillRect/>
          </a:stretch>
        </p:blipFill>
        <p:spPr bwMode="auto">
          <a:xfrm>
            <a:off x="1125899" y="5915309"/>
            <a:ext cx="3600000" cy="26615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733EC9-65B1-DF65-C0A9-1C443E0EC18A}"/>
              </a:ext>
            </a:extLst>
          </p:cNvPr>
          <p:cNvSpPr txBox="1"/>
          <p:nvPr/>
        </p:nvSpPr>
        <p:spPr>
          <a:xfrm>
            <a:off x="5851798" y="5906064"/>
            <a:ext cx="95211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3500" spc="6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Relay</a:t>
            </a:r>
            <a:r>
              <a:rPr lang="en-ID" sz="3500" spc="-1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17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digunakan</a:t>
            </a:r>
            <a:r>
              <a:rPr lang="en-ID" sz="3500" spc="-1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17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sebagai</a:t>
            </a:r>
            <a:r>
              <a:rPr lang="en-ID" sz="3500" spc="-1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7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saklar</a:t>
            </a:r>
            <a:r>
              <a:rPr lang="en-ID" sz="3500" spc="7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9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elektronik</a:t>
            </a:r>
            <a:r>
              <a:rPr lang="en-ID" sz="3500" spc="-5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16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untuk</a:t>
            </a:r>
            <a:r>
              <a:rPr lang="en-ID" sz="3500" spc="-5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17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mengontrol</a:t>
            </a:r>
            <a:r>
              <a:rPr lang="en-ID" sz="3500" spc="-5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114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perangkat</a:t>
            </a:r>
            <a:r>
              <a:rPr lang="en-ID" sz="3500" spc="-5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listrik</a:t>
            </a:r>
            <a:r>
              <a:rPr lang="en-ID" sz="3500" spc="-5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12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berdaya</a:t>
            </a:r>
            <a:r>
              <a:rPr lang="en-ID" sz="3500" spc="12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13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lebih</a:t>
            </a:r>
            <a:r>
              <a:rPr lang="en-ID" sz="3500" spc="-1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14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besar</a:t>
            </a:r>
            <a:r>
              <a:rPr lang="en-ID" sz="35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20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menggunakan</a:t>
            </a:r>
            <a:r>
              <a:rPr lang="en-ID" sz="35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14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sinyal</a:t>
            </a:r>
            <a:r>
              <a:rPr lang="en-ID" sz="35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7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dari</a:t>
            </a:r>
            <a:r>
              <a:rPr lang="en-ID" sz="35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5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mikrokontroler</a:t>
            </a:r>
            <a:r>
              <a:rPr lang="en-ID" sz="3500" spc="5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.</a:t>
            </a:r>
            <a:endParaRPr lang="en-ID" sz="3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5DCCD0-3813-102A-E0D1-F02205FDE821}"/>
              </a:ext>
            </a:extLst>
          </p:cNvPr>
          <p:cNvSpPr txBox="1"/>
          <p:nvPr/>
        </p:nvSpPr>
        <p:spPr>
          <a:xfrm>
            <a:off x="5904380" y="2767396"/>
            <a:ext cx="952110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3500" spc="15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LED </a:t>
            </a:r>
            <a:r>
              <a:rPr lang="en-ID" sz="3500" spc="15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berfungsi</a:t>
            </a:r>
            <a:r>
              <a:rPr lang="en-ID" sz="3500" spc="-9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17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sebagai</a:t>
            </a:r>
            <a:r>
              <a:rPr lang="en-ID" sz="35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10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indikator</a:t>
            </a:r>
            <a:r>
              <a:rPr lang="en-ID" sz="3500" spc="-9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4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cahaya</a:t>
            </a:r>
            <a:r>
              <a:rPr lang="en-ID" sz="3500" spc="4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3500" spc="4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atau</a:t>
            </a:r>
            <a:r>
              <a:rPr lang="en-ID" sz="3500" spc="4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status.</a:t>
            </a:r>
            <a:endParaRPr lang="en-ID" sz="35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953068-24A0-7E4C-2E16-B132419AFA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76" y="9088683"/>
            <a:ext cx="646331" cy="64633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191AEBB-8481-AF5E-16FD-2B51BBC31085}"/>
              </a:ext>
            </a:extLst>
          </p:cNvPr>
          <p:cNvSpPr txBox="1"/>
          <p:nvPr/>
        </p:nvSpPr>
        <p:spPr>
          <a:xfrm>
            <a:off x="1628775" y="9088683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POLITEKNIK NEGERI INDRAMAYU</a:t>
            </a:r>
          </a:p>
          <a:p>
            <a:pPr algn="just"/>
            <a:r>
              <a:rPr lang="en-US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 TEKNIK INFORMATIKA</a:t>
            </a:r>
            <a:endParaRPr lang="en-ID" sz="1800" b="1" dirty="0">
              <a:solidFill>
                <a:srgbClr val="4529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39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1071E-C9E0-8A43-AE38-11AD3F1E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A2ABB8-FE95-D012-3A61-6AE785490322}"/>
              </a:ext>
            </a:extLst>
          </p:cNvPr>
          <p:cNvSpPr/>
          <p:nvPr/>
        </p:nvSpPr>
        <p:spPr>
          <a:xfrm>
            <a:off x="0" y="7029449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3257550" y="3092897"/>
                </a:moveTo>
                <a:lnTo>
                  <a:pt x="3257550" y="3257550"/>
                </a:lnTo>
                <a:lnTo>
                  <a:pt x="2286507" y="3257550"/>
                </a:lnTo>
                <a:lnTo>
                  <a:pt x="2286003" y="3209141"/>
                </a:lnTo>
                <a:lnTo>
                  <a:pt x="2284499" y="3160976"/>
                </a:lnTo>
                <a:lnTo>
                  <a:pt x="2282004" y="3113064"/>
                </a:lnTo>
                <a:lnTo>
                  <a:pt x="2278528" y="3065416"/>
                </a:lnTo>
                <a:lnTo>
                  <a:pt x="2274082" y="3018041"/>
                </a:lnTo>
                <a:lnTo>
                  <a:pt x="2268674" y="2970950"/>
                </a:lnTo>
                <a:lnTo>
                  <a:pt x="2262316" y="2924152"/>
                </a:lnTo>
                <a:lnTo>
                  <a:pt x="2255016" y="2877658"/>
                </a:lnTo>
                <a:lnTo>
                  <a:pt x="2246786" y="2831477"/>
                </a:lnTo>
                <a:lnTo>
                  <a:pt x="2237635" y="2785619"/>
                </a:lnTo>
                <a:lnTo>
                  <a:pt x="2227573" y="2740094"/>
                </a:lnTo>
                <a:lnTo>
                  <a:pt x="2216609" y="2694913"/>
                </a:lnTo>
                <a:lnTo>
                  <a:pt x="2204755" y="2650085"/>
                </a:lnTo>
                <a:lnTo>
                  <a:pt x="2192019" y="2605620"/>
                </a:lnTo>
                <a:lnTo>
                  <a:pt x="2178413" y="2561528"/>
                </a:lnTo>
                <a:lnTo>
                  <a:pt x="2163945" y="2517819"/>
                </a:lnTo>
                <a:lnTo>
                  <a:pt x="2148625" y="2474503"/>
                </a:lnTo>
                <a:lnTo>
                  <a:pt x="2132465" y="2431590"/>
                </a:lnTo>
                <a:lnTo>
                  <a:pt x="2115473" y="2389091"/>
                </a:lnTo>
                <a:lnTo>
                  <a:pt x="2097660" y="2347014"/>
                </a:lnTo>
                <a:lnTo>
                  <a:pt x="2079035" y="2305370"/>
                </a:lnTo>
                <a:lnTo>
                  <a:pt x="2059609" y="2264168"/>
                </a:lnTo>
                <a:lnTo>
                  <a:pt x="2039391" y="2223420"/>
                </a:lnTo>
                <a:lnTo>
                  <a:pt x="2018392" y="2183134"/>
                </a:lnTo>
                <a:lnTo>
                  <a:pt x="1996621" y="2143321"/>
                </a:lnTo>
                <a:lnTo>
                  <a:pt x="1974089" y="2103991"/>
                </a:lnTo>
                <a:lnTo>
                  <a:pt x="1950805" y="2065153"/>
                </a:lnTo>
                <a:lnTo>
                  <a:pt x="1926780" y="2026818"/>
                </a:lnTo>
                <a:lnTo>
                  <a:pt x="1902022" y="1988996"/>
                </a:lnTo>
                <a:lnTo>
                  <a:pt x="1876543" y="1951696"/>
                </a:lnTo>
                <a:lnTo>
                  <a:pt x="1850352" y="1914929"/>
                </a:lnTo>
                <a:lnTo>
                  <a:pt x="1823459" y="1878704"/>
                </a:lnTo>
                <a:lnTo>
                  <a:pt x="1795875" y="1843031"/>
                </a:lnTo>
                <a:lnTo>
                  <a:pt x="1767608" y="1807921"/>
                </a:lnTo>
                <a:lnTo>
                  <a:pt x="1738670" y="1773383"/>
                </a:lnTo>
                <a:lnTo>
                  <a:pt x="1709069" y="1739428"/>
                </a:lnTo>
                <a:lnTo>
                  <a:pt x="1678816" y="1706064"/>
                </a:lnTo>
                <a:lnTo>
                  <a:pt x="1647922" y="1673303"/>
                </a:lnTo>
                <a:lnTo>
                  <a:pt x="1616395" y="1641154"/>
                </a:lnTo>
                <a:lnTo>
                  <a:pt x="1584246" y="1609628"/>
                </a:lnTo>
                <a:lnTo>
                  <a:pt x="1551485" y="1578733"/>
                </a:lnTo>
                <a:lnTo>
                  <a:pt x="1518122" y="1548480"/>
                </a:lnTo>
                <a:lnTo>
                  <a:pt x="1484166" y="1518880"/>
                </a:lnTo>
                <a:lnTo>
                  <a:pt x="1449629" y="1489941"/>
                </a:lnTo>
                <a:lnTo>
                  <a:pt x="1414518" y="1461675"/>
                </a:lnTo>
                <a:lnTo>
                  <a:pt x="1378846" y="1434090"/>
                </a:lnTo>
                <a:lnTo>
                  <a:pt x="1342621" y="1407197"/>
                </a:lnTo>
                <a:lnTo>
                  <a:pt x="1305853" y="1381006"/>
                </a:lnTo>
                <a:lnTo>
                  <a:pt x="1268553" y="1355527"/>
                </a:lnTo>
                <a:lnTo>
                  <a:pt x="1230731" y="1330770"/>
                </a:lnTo>
                <a:lnTo>
                  <a:pt x="1192396" y="1306744"/>
                </a:lnTo>
                <a:lnTo>
                  <a:pt x="1153558" y="1283460"/>
                </a:lnTo>
                <a:lnTo>
                  <a:pt x="1114228" y="1260928"/>
                </a:lnTo>
                <a:lnTo>
                  <a:pt x="1074415" y="1239157"/>
                </a:lnTo>
                <a:lnTo>
                  <a:pt x="1034130" y="1218158"/>
                </a:lnTo>
                <a:lnTo>
                  <a:pt x="993381" y="1197940"/>
                </a:lnTo>
                <a:lnTo>
                  <a:pt x="952180" y="1178514"/>
                </a:lnTo>
                <a:lnTo>
                  <a:pt x="910536" y="1159890"/>
                </a:lnTo>
                <a:lnTo>
                  <a:pt x="868459" y="1142076"/>
                </a:lnTo>
                <a:lnTo>
                  <a:pt x="825959" y="1125085"/>
                </a:lnTo>
                <a:lnTo>
                  <a:pt x="783046" y="1108924"/>
                </a:lnTo>
                <a:lnTo>
                  <a:pt x="739730" y="1093605"/>
                </a:lnTo>
                <a:lnTo>
                  <a:pt x="696022" y="1079137"/>
                </a:lnTo>
                <a:lnTo>
                  <a:pt x="651930" y="1065530"/>
                </a:lnTo>
                <a:lnTo>
                  <a:pt x="607465" y="1052794"/>
                </a:lnTo>
                <a:lnTo>
                  <a:pt x="562637" y="1040940"/>
                </a:lnTo>
                <a:lnTo>
                  <a:pt x="517455" y="1029977"/>
                </a:lnTo>
                <a:lnTo>
                  <a:pt x="471931" y="1019914"/>
                </a:lnTo>
                <a:lnTo>
                  <a:pt x="426073" y="1010763"/>
                </a:lnTo>
                <a:lnTo>
                  <a:pt x="380433" y="1002629"/>
                </a:lnTo>
                <a:lnTo>
                  <a:pt x="333534" y="995255"/>
                </a:lnTo>
                <a:lnTo>
                  <a:pt x="286599" y="988875"/>
                </a:lnTo>
                <a:lnTo>
                  <a:pt x="239508" y="983468"/>
                </a:lnTo>
                <a:lnTo>
                  <a:pt x="192134" y="979021"/>
                </a:lnTo>
                <a:lnTo>
                  <a:pt x="144485" y="975545"/>
                </a:lnTo>
                <a:lnTo>
                  <a:pt x="96574" y="973050"/>
                </a:lnTo>
                <a:lnTo>
                  <a:pt x="48408" y="971546"/>
                </a:lnTo>
                <a:lnTo>
                  <a:pt x="0" y="971042"/>
                </a:lnTo>
                <a:lnTo>
                  <a:pt x="0" y="0"/>
                </a:lnTo>
                <a:lnTo>
                  <a:pt x="164648" y="0"/>
                </a:lnTo>
                <a:lnTo>
                  <a:pt x="191676" y="1369"/>
                </a:lnTo>
                <a:lnTo>
                  <a:pt x="239151" y="4463"/>
                </a:lnTo>
                <a:lnTo>
                  <a:pt x="286439" y="8232"/>
                </a:lnTo>
                <a:lnTo>
                  <a:pt x="333397" y="12657"/>
                </a:lnTo>
                <a:lnTo>
                  <a:pt x="379892" y="17714"/>
                </a:lnTo>
                <a:lnTo>
                  <a:pt x="427130" y="23537"/>
                </a:lnTo>
                <a:lnTo>
                  <a:pt x="473621" y="29955"/>
                </a:lnTo>
                <a:lnTo>
                  <a:pt x="519900" y="37025"/>
                </a:lnTo>
                <a:lnTo>
                  <a:pt x="565964" y="44740"/>
                </a:lnTo>
                <a:lnTo>
                  <a:pt x="611807" y="53096"/>
                </a:lnTo>
                <a:lnTo>
                  <a:pt x="657424" y="62089"/>
                </a:lnTo>
                <a:lnTo>
                  <a:pt x="702811" y="71713"/>
                </a:lnTo>
                <a:lnTo>
                  <a:pt x="747964" y="81964"/>
                </a:lnTo>
                <a:lnTo>
                  <a:pt x="792876" y="92836"/>
                </a:lnTo>
                <a:lnTo>
                  <a:pt x="837544" y="104326"/>
                </a:lnTo>
                <a:lnTo>
                  <a:pt x="881962" y="116428"/>
                </a:lnTo>
                <a:lnTo>
                  <a:pt x="926126" y="129138"/>
                </a:lnTo>
                <a:lnTo>
                  <a:pt x="970031" y="142451"/>
                </a:lnTo>
                <a:lnTo>
                  <a:pt x="1013673" y="156362"/>
                </a:lnTo>
                <a:lnTo>
                  <a:pt x="1057046" y="170866"/>
                </a:lnTo>
                <a:lnTo>
                  <a:pt x="1100146" y="185958"/>
                </a:lnTo>
                <a:lnTo>
                  <a:pt x="1142968" y="201635"/>
                </a:lnTo>
                <a:lnTo>
                  <a:pt x="1185507" y="217890"/>
                </a:lnTo>
                <a:lnTo>
                  <a:pt x="1227758" y="234719"/>
                </a:lnTo>
                <a:lnTo>
                  <a:pt x="1269717" y="252118"/>
                </a:lnTo>
                <a:lnTo>
                  <a:pt x="1311379" y="270082"/>
                </a:lnTo>
                <a:lnTo>
                  <a:pt x="1352739" y="288605"/>
                </a:lnTo>
                <a:lnTo>
                  <a:pt x="1393792" y="307683"/>
                </a:lnTo>
                <a:lnTo>
                  <a:pt x="1434534" y="327312"/>
                </a:lnTo>
                <a:lnTo>
                  <a:pt x="1474960" y="347486"/>
                </a:lnTo>
                <a:lnTo>
                  <a:pt x="1515064" y="368201"/>
                </a:lnTo>
                <a:lnTo>
                  <a:pt x="1554843" y="389452"/>
                </a:lnTo>
                <a:lnTo>
                  <a:pt x="1594291" y="411234"/>
                </a:lnTo>
                <a:lnTo>
                  <a:pt x="1633404" y="433543"/>
                </a:lnTo>
                <a:lnTo>
                  <a:pt x="1672177" y="456373"/>
                </a:lnTo>
                <a:lnTo>
                  <a:pt x="1710605" y="479720"/>
                </a:lnTo>
                <a:lnTo>
                  <a:pt x="1748683" y="503579"/>
                </a:lnTo>
                <a:lnTo>
                  <a:pt x="1786407" y="527945"/>
                </a:lnTo>
                <a:lnTo>
                  <a:pt x="1823771" y="552814"/>
                </a:lnTo>
                <a:lnTo>
                  <a:pt x="1860772" y="578181"/>
                </a:lnTo>
                <a:lnTo>
                  <a:pt x="1897403" y="604040"/>
                </a:lnTo>
                <a:lnTo>
                  <a:pt x="1933662" y="630388"/>
                </a:lnTo>
                <a:lnTo>
                  <a:pt x="1969541" y="657220"/>
                </a:lnTo>
                <a:lnTo>
                  <a:pt x="2005038" y="684530"/>
                </a:lnTo>
                <a:lnTo>
                  <a:pt x="2040147" y="712313"/>
                </a:lnTo>
                <a:lnTo>
                  <a:pt x="2074863" y="740566"/>
                </a:lnTo>
                <a:lnTo>
                  <a:pt x="2109182" y="769283"/>
                </a:lnTo>
                <a:lnTo>
                  <a:pt x="2143098" y="798460"/>
                </a:lnTo>
                <a:lnTo>
                  <a:pt x="2176607" y="828092"/>
                </a:lnTo>
                <a:lnTo>
                  <a:pt x="2209705" y="858173"/>
                </a:lnTo>
                <a:lnTo>
                  <a:pt x="2242386" y="888700"/>
                </a:lnTo>
                <a:lnTo>
                  <a:pt x="2274646" y="919667"/>
                </a:lnTo>
                <a:lnTo>
                  <a:pt x="2306480" y="951070"/>
                </a:lnTo>
                <a:lnTo>
                  <a:pt x="2337882" y="982903"/>
                </a:lnTo>
                <a:lnTo>
                  <a:pt x="2368850" y="1015163"/>
                </a:lnTo>
                <a:lnTo>
                  <a:pt x="2399376" y="1047844"/>
                </a:lnTo>
                <a:lnTo>
                  <a:pt x="2429458" y="1080942"/>
                </a:lnTo>
                <a:lnTo>
                  <a:pt x="2459089" y="1114451"/>
                </a:lnTo>
                <a:lnTo>
                  <a:pt x="2488266" y="1148368"/>
                </a:lnTo>
                <a:lnTo>
                  <a:pt x="2516983" y="1182687"/>
                </a:lnTo>
                <a:lnTo>
                  <a:pt x="2545236" y="1217403"/>
                </a:lnTo>
                <a:lnTo>
                  <a:pt x="2573020" y="1252511"/>
                </a:lnTo>
                <a:lnTo>
                  <a:pt x="2600330" y="1288008"/>
                </a:lnTo>
                <a:lnTo>
                  <a:pt x="2627161" y="1323888"/>
                </a:lnTo>
                <a:lnTo>
                  <a:pt x="2653509" y="1360146"/>
                </a:lnTo>
                <a:lnTo>
                  <a:pt x="2679369" y="1396778"/>
                </a:lnTo>
                <a:lnTo>
                  <a:pt x="2704735" y="1433778"/>
                </a:lnTo>
                <a:lnTo>
                  <a:pt x="2729604" y="1471143"/>
                </a:lnTo>
                <a:lnTo>
                  <a:pt x="2753971" y="1508866"/>
                </a:lnTo>
                <a:lnTo>
                  <a:pt x="2777830" y="1546945"/>
                </a:lnTo>
                <a:lnTo>
                  <a:pt x="2801177" y="1585372"/>
                </a:lnTo>
                <a:lnTo>
                  <a:pt x="2824007" y="1624145"/>
                </a:lnTo>
                <a:lnTo>
                  <a:pt x="2846315" y="1663258"/>
                </a:lnTo>
                <a:lnTo>
                  <a:pt x="2868097" y="1702706"/>
                </a:lnTo>
                <a:lnTo>
                  <a:pt x="2889348" y="1742485"/>
                </a:lnTo>
                <a:lnTo>
                  <a:pt x="2910063" y="1782590"/>
                </a:lnTo>
                <a:lnTo>
                  <a:pt x="2930237" y="1823015"/>
                </a:lnTo>
                <a:lnTo>
                  <a:pt x="2949866" y="1863757"/>
                </a:lnTo>
                <a:lnTo>
                  <a:pt x="2968944" y="1904810"/>
                </a:lnTo>
                <a:lnTo>
                  <a:pt x="2987468" y="1946170"/>
                </a:lnTo>
                <a:lnTo>
                  <a:pt x="3005431" y="1987832"/>
                </a:lnTo>
                <a:lnTo>
                  <a:pt x="3022830" y="2029791"/>
                </a:lnTo>
                <a:lnTo>
                  <a:pt x="3039660" y="2072043"/>
                </a:lnTo>
                <a:lnTo>
                  <a:pt x="3055915" y="2114582"/>
                </a:lnTo>
                <a:lnTo>
                  <a:pt x="3071591" y="2157404"/>
                </a:lnTo>
                <a:lnTo>
                  <a:pt x="3086684" y="2200503"/>
                </a:lnTo>
                <a:lnTo>
                  <a:pt x="3101188" y="2243877"/>
                </a:lnTo>
                <a:lnTo>
                  <a:pt x="3115098" y="2287518"/>
                </a:lnTo>
                <a:lnTo>
                  <a:pt x="3128411" y="2331423"/>
                </a:lnTo>
                <a:lnTo>
                  <a:pt x="3141121" y="2375588"/>
                </a:lnTo>
                <a:lnTo>
                  <a:pt x="3153223" y="2420006"/>
                </a:lnTo>
                <a:lnTo>
                  <a:pt x="3164713" y="2464674"/>
                </a:lnTo>
                <a:lnTo>
                  <a:pt x="3175586" y="2509586"/>
                </a:lnTo>
                <a:lnTo>
                  <a:pt x="3185837" y="2554738"/>
                </a:lnTo>
                <a:lnTo>
                  <a:pt x="3195461" y="2600125"/>
                </a:lnTo>
                <a:lnTo>
                  <a:pt x="3204453" y="2645743"/>
                </a:lnTo>
                <a:lnTo>
                  <a:pt x="3212809" y="2691586"/>
                </a:lnTo>
                <a:lnTo>
                  <a:pt x="3220525" y="2737649"/>
                </a:lnTo>
                <a:lnTo>
                  <a:pt x="3227594" y="2783929"/>
                </a:lnTo>
                <a:lnTo>
                  <a:pt x="3234013" y="2830419"/>
                </a:lnTo>
                <a:lnTo>
                  <a:pt x="3239776" y="2877117"/>
                </a:lnTo>
                <a:lnTo>
                  <a:pt x="3244879" y="2924015"/>
                </a:lnTo>
                <a:lnTo>
                  <a:pt x="3249318" y="2971111"/>
                </a:lnTo>
                <a:lnTo>
                  <a:pt x="3253086" y="3018398"/>
                </a:lnTo>
                <a:lnTo>
                  <a:pt x="3256180" y="3065873"/>
                </a:lnTo>
                <a:lnTo>
                  <a:pt x="3257550" y="3092897"/>
                </a:lnTo>
                <a:close/>
              </a:path>
            </a:pathLst>
          </a:custGeom>
          <a:solidFill>
            <a:srgbClr val="FFB4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C638D0D-E634-7CE0-9109-482EDFBFB378}"/>
              </a:ext>
            </a:extLst>
          </p:cNvPr>
          <p:cNvSpPr/>
          <p:nvPr/>
        </p:nvSpPr>
        <p:spPr>
          <a:xfrm>
            <a:off x="15030450" y="-1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0" y="164644"/>
                </a:moveTo>
                <a:lnTo>
                  <a:pt x="0" y="0"/>
                </a:lnTo>
                <a:lnTo>
                  <a:pt x="971043" y="0"/>
                </a:lnTo>
                <a:lnTo>
                  <a:pt x="971546" y="48408"/>
                </a:lnTo>
                <a:lnTo>
                  <a:pt x="973051" y="96574"/>
                </a:lnTo>
                <a:lnTo>
                  <a:pt x="975546" y="144485"/>
                </a:lnTo>
                <a:lnTo>
                  <a:pt x="979021" y="192134"/>
                </a:lnTo>
                <a:lnTo>
                  <a:pt x="983468" y="239508"/>
                </a:lnTo>
                <a:lnTo>
                  <a:pt x="988876" y="286599"/>
                </a:lnTo>
                <a:lnTo>
                  <a:pt x="995234" y="333397"/>
                </a:lnTo>
                <a:lnTo>
                  <a:pt x="1002533" y="379892"/>
                </a:lnTo>
                <a:lnTo>
                  <a:pt x="1010763" y="426073"/>
                </a:lnTo>
                <a:lnTo>
                  <a:pt x="1019915" y="471931"/>
                </a:lnTo>
                <a:lnTo>
                  <a:pt x="1029977" y="517455"/>
                </a:lnTo>
                <a:lnTo>
                  <a:pt x="1040940" y="562637"/>
                </a:lnTo>
                <a:lnTo>
                  <a:pt x="1052795" y="607465"/>
                </a:lnTo>
                <a:lnTo>
                  <a:pt x="1065530" y="651930"/>
                </a:lnTo>
                <a:lnTo>
                  <a:pt x="1079137" y="696022"/>
                </a:lnTo>
                <a:lnTo>
                  <a:pt x="1093605" y="739730"/>
                </a:lnTo>
                <a:lnTo>
                  <a:pt x="1108924" y="783046"/>
                </a:lnTo>
                <a:lnTo>
                  <a:pt x="1125085" y="825959"/>
                </a:lnTo>
                <a:lnTo>
                  <a:pt x="1142077" y="868459"/>
                </a:lnTo>
                <a:lnTo>
                  <a:pt x="1159890" y="910536"/>
                </a:lnTo>
                <a:lnTo>
                  <a:pt x="1178515" y="952180"/>
                </a:lnTo>
                <a:lnTo>
                  <a:pt x="1197941" y="993381"/>
                </a:lnTo>
                <a:lnTo>
                  <a:pt x="1218158" y="1034130"/>
                </a:lnTo>
                <a:lnTo>
                  <a:pt x="1239157" y="1074415"/>
                </a:lnTo>
                <a:lnTo>
                  <a:pt x="1260928" y="1114228"/>
                </a:lnTo>
                <a:lnTo>
                  <a:pt x="1283460" y="1153558"/>
                </a:lnTo>
                <a:lnTo>
                  <a:pt x="1306744" y="1192396"/>
                </a:lnTo>
                <a:lnTo>
                  <a:pt x="1330770" y="1230731"/>
                </a:lnTo>
                <a:lnTo>
                  <a:pt x="1355527" y="1268553"/>
                </a:lnTo>
                <a:lnTo>
                  <a:pt x="1381007" y="1305853"/>
                </a:lnTo>
                <a:lnTo>
                  <a:pt x="1407198" y="1342621"/>
                </a:lnTo>
                <a:lnTo>
                  <a:pt x="1434090" y="1378846"/>
                </a:lnTo>
                <a:lnTo>
                  <a:pt x="1461675" y="1414518"/>
                </a:lnTo>
                <a:lnTo>
                  <a:pt x="1489942" y="1449629"/>
                </a:lnTo>
                <a:lnTo>
                  <a:pt x="1518880" y="1484166"/>
                </a:lnTo>
                <a:lnTo>
                  <a:pt x="1548481" y="1518122"/>
                </a:lnTo>
                <a:lnTo>
                  <a:pt x="1578733" y="1551485"/>
                </a:lnTo>
                <a:lnTo>
                  <a:pt x="1609628" y="1584246"/>
                </a:lnTo>
                <a:lnTo>
                  <a:pt x="1641155" y="1616395"/>
                </a:lnTo>
                <a:lnTo>
                  <a:pt x="1673303" y="1647922"/>
                </a:lnTo>
                <a:lnTo>
                  <a:pt x="1706064" y="1678816"/>
                </a:lnTo>
                <a:lnTo>
                  <a:pt x="1739428" y="1709069"/>
                </a:lnTo>
                <a:lnTo>
                  <a:pt x="1773383" y="1738670"/>
                </a:lnTo>
                <a:lnTo>
                  <a:pt x="1807921" y="1767608"/>
                </a:lnTo>
                <a:lnTo>
                  <a:pt x="1843031" y="1795875"/>
                </a:lnTo>
                <a:lnTo>
                  <a:pt x="1878704" y="1823459"/>
                </a:lnTo>
                <a:lnTo>
                  <a:pt x="1914929" y="1850352"/>
                </a:lnTo>
                <a:lnTo>
                  <a:pt x="1951696" y="1876543"/>
                </a:lnTo>
                <a:lnTo>
                  <a:pt x="1988996" y="1902022"/>
                </a:lnTo>
                <a:lnTo>
                  <a:pt x="2026819" y="1926780"/>
                </a:lnTo>
                <a:lnTo>
                  <a:pt x="2065154" y="1950805"/>
                </a:lnTo>
                <a:lnTo>
                  <a:pt x="2103991" y="1974089"/>
                </a:lnTo>
                <a:lnTo>
                  <a:pt x="2143321" y="1996621"/>
                </a:lnTo>
                <a:lnTo>
                  <a:pt x="2183134" y="2018392"/>
                </a:lnTo>
                <a:lnTo>
                  <a:pt x="2223420" y="2039391"/>
                </a:lnTo>
                <a:lnTo>
                  <a:pt x="2264169" y="2059609"/>
                </a:lnTo>
                <a:lnTo>
                  <a:pt x="2305370" y="2079035"/>
                </a:lnTo>
                <a:lnTo>
                  <a:pt x="2347014" y="2097660"/>
                </a:lnTo>
                <a:lnTo>
                  <a:pt x="2389091" y="2115473"/>
                </a:lnTo>
                <a:lnTo>
                  <a:pt x="2431591" y="2132465"/>
                </a:lnTo>
                <a:lnTo>
                  <a:pt x="2474503" y="2148625"/>
                </a:lnTo>
                <a:lnTo>
                  <a:pt x="2517819" y="2163945"/>
                </a:lnTo>
                <a:lnTo>
                  <a:pt x="2561528" y="2178413"/>
                </a:lnTo>
                <a:lnTo>
                  <a:pt x="2605620" y="2192019"/>
                </a:lnTo>
                <a:lnTo>
                  <a:pt x="2650085" y="2204755"/>
                </a:lnTo>
                <a:lnTo>
                  <a:pt x="2694913" y="2216609"/>
                </a:lnTo>
                <a:lnTo>
                  <a:pt x="2740094" y="2227573"/>
                </a:lnTo>
                <a:lnTo>
                  <a:pt x="2785619" y="2237635"/>
                </a:lnTo>
                <a:lnTo>
                  <a:pt x="2831477" y="2246786"/>
                </a:lnTo>
                <a:lnTo>
                  <a:pt x="2877117" y="2254920"/>
                </a:lnTo>
                <a:lnTo>
                  <a:pt x="2924015" y="2262294"/>
                </a:lnTo>
                <a:lnTo>
                  <a:pt x="2970950" y="2268674"/>
                </a:lnTo>
                <a:lnTo>
                  <a:pt x="3018041" y="2274082"/>
                </a:lnTo>
                <a:lnTo>
                  <a:pt x="3065416" y="2278528"/>
                </a:lnTo>
                <a:lnTo>
                  <a:pt x="3113064" y="2282004"/>
                </a:lnTo>
                <a:lnTo>
                  <a:pt x="3160976" y="2284499"/>
                </a:lnTo>
                <a:lnTo>
                  <a:pt x="3209141" y="2286003"/>
                </a:lnTo>
                <a:lnTo>
                  <a:pt x="3257550" y="2286507"/>
                </a:lnTo>
                <a:lnTo>
                  <a:pt x="3257550" y="3257550"/>
                </a:lnTo>
                <a:lnTo>
                  <a:pt x="3092897" y="3257550"/>
                </a:lnTo>
                <a:lnTo>
                  <a:pt x="3065873" y="3256180"/>
                </a:lnTo>
                <a:lnTo>
                  <a:pt x="3018399" y="3253086"/>
                </a:lnTo>
                <a:lnTo>
                  <a:pt x="2971111" y="3249318"/>
                </a:lnTo>
                <a:lnTo>
                  <a:pt x="2924152" y="3244892"/>
                </a:lnTo>
                <a:lnTo>
                  <a:pt x="2877658" y="3239835"/>
                </a:lnTo>
                <a:lnTo>
                  <a:pt x="2830420" y="3234013"/>
                </a:lnTo>
                <a:lnTo>
                  <a:pt x="2783929" y="3227594"/>
                </a:lnTo>
                <a:lnTo>
                  <a:pt x="2737649" y="3220525"/>
                </a:lnTo>
                <a:lnTo>
                  <a:pt x="2691586" y="3212809"/>
                </a:lnTo>
                <a:lnTo>
                  <a:pt x="2645743" y="3204453"/>
                </a:lnTo>
                <a:lnTo>
                  <a:pt x="2600125" y="3195461"/>
                </a:lnTo>
                <a:lnTo>
                  <a:pt x="2554738" y="3185837"/>
                </a:lnTo>
                <a:lnTo>
                  <a:pt x="2509586" y="3175586"/>
                </a:lnTo>
                <a:lnTo>
                  <a:pt x="2464674" y="3164713"/>
                </a:lnTo>
                <a:lnTo>
                  <a:pt x="2420006" y="3153223"/>
                </a:lnTo>
                <a:lnTo>
                  <a:pt x="2375588" y="3141121"/>
                </a:lnTo>
                <a:lnTo>
                  <a:pt x="2331424" y="3128411"/>
                </a:lnTo>
                <a:lnTo>
                  <a:pt x="2287518" y="3115098"/>
                </a:lnTo>
                <a:lnTo>
                  <a:pt x="2243877" y="3101188"/>
                </a:lnTo>
                <a:lnTo>
                  <a:pt x="2200504" y="3086684"/>
                </a:lnTo>
                <a:lnTo>
                  <a:pt x="2157404" y="3071591"/>
                </a:lnTo>
                <a:lnTo>
                  <a:pt x="2114582" y="3055915"/>
                </a:lnTo>
                <a:lnTo>
                  <a:pt x="2072043" y="3039660"/>
                </a:lnTo>
                <a:lnTo>
                  <a:pt x="2029792" y="3022830"/>
                </a:lnTo>
                <a:lnTo>
                  <a:pt x="1987832" y="3005431"/>
                </a:lnTo>
                <a:lnTo>
                  <a:pt x="1946171" y="2987468"/>
                </a:lnTo>
                <a:lnTo>
                  <a:pt x="1904811" y="2968944"/>
                </a:lnTo>
                <a:lnTo>
                  <a:pt x="1863757" y="2949866"/>
                </a:lnTo>
                <a:lnTo>
                  <a:pt x="1823015" y="2930237"/>
                </a:lnTo>
                <a:lnTo>
                  <a:pt x="1782590" y="2910063"/>
                </a:lnTo>
                <a:lnTo>
                  <a:pt x="1742485" y="2889348"/>
                </a:lnTo>
                <a:lnTo>
                  <a:pt x="1702706" y="2868097"/>
                </a:lnTo>
                <a:lnTo>
                  <a:pt x="1663258" y="2846315"/>
                </a:lnTo>
                <a:lnTo>
                  <a:pt x="1624145" y="2824007"/>
                </a:lnTo>
                <a:lnTo>
                  <a:pt x="1585373" y="2801177"/>
                </a:lnTo>
                <a:lnTo>
                  <a:pt x="1546945" y="2777830"/>
                </a:lnTo>
                <a:lnTo>
                  <a:pt x="1508867" y="2753971"/>
                </a:lnTo>
                <a:lnTo>
                  <a:pt x="1471143" y="2729604"/>
                </a:lnTo>
                <a:lnTo>
                  <a:pt x="1433778" y="2704735"/>
                </a:lnTo>
                <a:lnTo>
                  <a:pt x="1396778" y="2679369"/>
                </a:lnTo>
                <a:lnTo>
                  <a:pt x="1360146" y="2653509"/>
                </a:lnTo>
                <a:lnTo>
                  <a:pt x="1323888" y="2627161"/>
                </a:lnTo>
                <a:lnTo>
                  <a:pt x="1288008" y="2600330"/>
                </a:lnTo>
                <a:lnTo>
                  <a:pt x="1252512" y="2573020"/>
                </a:lnTo>
                <a:lnTo>
                  <a:pt x="1217403" y="2545236"/>
                </a:lnTo>
                <a:lnTo>
                  <a:pt x="1182687" y="2516983"/>
                </a:lnTo>
                <a:lnTo>
                  <a:pt x="1148368" y="2488266"/>
                </a:lnTo>
                <a:lnTo>
                  <a:pt x="1114452" y="2459089"/>
                </a:lnTo>
                <a:lnTo>
                  <a:pt x="1080942" y="2429458"/>
                </a:lnTo>
                <a:lnTo>
                  <a:pt x="1047845" y="2399376"/>
                </a:lnTo>
                <a:lnTo>
                  <a:pt x="1015163" y="2368850"/>
                </a:lnTo>
                <a:lnTo>
                  <a:pt x="982904" y="2337882"/>
                </a:lnTo>
                <a:lnTo>
                  <a:pt x="951070" y="2306480"/>
                </a:lnTo>
                <a:lnTo>
                  <a:pt x="919667" y="2274646"/>
                </a:lnTo>
                <a:lnTo>
                  <a:pt x="888700" y="2242386"/>
                </a:lnTo>
                <a:lnTo>
                  <a:pt x="858173" y="2209705"/>
                </a:lnTo>
                <a:lnTo>
                  <a:pt x="828092" y="2176607"/>
                </a:lnTo>
                <a:lnTo>
                  <a:pt x="798460" y="2143098"/>
                </a:lnTo>
                <a:lnTo>
                  <a:pt x="769284" y="2109182"/>
                </a:lnTo>
                <a:lnTo>
                  <a:pt x="740566" y="2074863"/>
                </a:lnTo>
                <a:lnTo>
                  <a:pt x="712314" y="2040147"/>
                </a:lnTo>
                <a:lnTo>
                  <a:pt x="684530" y="2005038"/>
                </a:lnTo>
                <a:lnTo>
                  <a:pt x="657220" y="1969541"/>
                </a:lnTo>
                <a:lnTo>
                  <a:pt x="630389" y="1933662"/>
                </a:lnTo>
                <a:lnTo>
                  <a:pt x="604041" y="1897403"/>
                </a:lnTo>
                <a:lnTo>
                  <a:pt x="578181" y="1860772"/>
                </a:lnTo>
                <a:lnTo>
                  <a:pt x="552814" y="1823771"/>
                </a:lnTo>
                <a:lnTo>
                  <a:pt x="527945" y="1786407"/>
                </a:lnTo>
                <a:lnTo>
                  <a:pt x="503579" y="1748683"/>
                </a:lnTo>
                <a:lnTo>
                  <a:pt x="479720" y="1710605"/>
                </a:lnTo>
                <a:lnTo>
                  <a:pt x="456373" y="1672177"/>
                </a:lnTo>
                <a:lnTo>
                  <a:pt x="433543" y="1633404"/>
                </a:lnTo>
                <a:lnTo>
                  <a:pt x="411234" y="1594291"/>
                </a:lnTo>
                <a:lnTo>
                  <a:pt x="389452" y="1554843"/>
                </a:lnTo>
                <a:lnTo>
                  <a:pt x="368201" y="1515064"/>
                </a:lnTo>
                <a:lnTo>
                  <a:pt x="347486" y="1474960"/>
                </a:lnTo>
                <a:lnTo>
                  <a:pt x="327312" y="1434534"/>
                </a:lnTo>
                <a:lnTo>
                  <a:pt x="307684" y="1393792"/>
                </a:lnTo>
                <a:lnTo>
                  <a:pt x="288605" y="1352739"/>
                </a:lnTo>
                <a:lnTo>
                  <a:pt x="270082" y="1311379"/>
                </a:lnTo>
                <a:lnTo>
                  <a:pt x="252118" y="1269717"/>
                </a:lnTo>
                <a:lnTo>
                  <a:pt x="234720" y="1227758"/>
                </a:lnTo>
                <a:lnTo>
                  <a:pt x="217890" y="1185507"/>
                </a:lnTo>
                <a:lnTo>
                  <a:pt x="201635" y="1142968"/>
                </a:lnTo>
                <a:lnTo>
                  <a:pt x="185959" y="1100146"/>
                </a:lnTo>
                <a:lnTo>
                  <a:pt x="170866" y="1057046"/>
                </a:lnTo>
                <a:lnTo>
                  <a:pt x="156362" y="1013673"/>
                </a:lnTo>
                <a:lnTo>
                  <a:pt x="142451" y="970031"/>
                </a:lnTo>
                <a:lnTo>
                  <a:pt x="129138" y="926126"/>
                </a:lnTo>
                <a:lnTo>
                  <a:pt x="116429" y="881962"/>
                </a:lnTo>
                <a:lnTo>
                  <a:pt x="104326" y="837544"/>
                </a:lnTo>
                <a:lnTo>
                  <a:pt x="92836" y="792876"/>
                </a:lnTo>
                <a:lnTo>
                  <a:pt x="81964" y="747964"/>
                </a:lnTo>
                <a:lnTo>
                  <a:pt x="71713" y="702811"/>
                </a:lnTo>
                <a:lnTo>
                  <a:pt x="62089" y="657424"/>
                </a:lnTo>
                <a:lnTo>
                  <a:pt x="53096" y="611807"/>
                </a:lnTo>
                <a:lnTo>
                  <a:pt x="44740" y="565964"/>
                </a:lnTo>
                <a:lnTo>
                  <a:pt x="37025" y="519900"/>
                </a:lnTo>
                <a:lnTo>
                  <a:pt x="29956" y="473621"/>
                </a:lnTo>
                <a:lnTo>
                  <a:pt x="23537" y="427130"/>
                </a:lnTo>
                <a:lnTo>
                  <a:pt x="17773" y="380433"/>
                </a:lnTo>
                <a:lnTo>
                  <a:pt x="12670" y="333534"/>
                </a:lnTo>
                <a:lnTo>
                  <a:pt x="8232" y="286439"/>
                </a:lnTo>
                <a:lnTo>
                  <a:pt x="4463" y="239151"/>
                </a:lnTo>
                <a:lnTo>
                  <a:pt x="1369" y="191676"/>
                </a:lnTo>
                <a:lnTo>
                  <a:pt x="0" y="164644"/>
                </a:lnTo>
                <a:close/>
              </a:path>
            </a:pathLst>
          </a:custGeom>
          <a:solidFill>
            <a:srgbClr val="A1B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34F33B41-CB19-8BD8-3BFE-581391D2F800}"/>
              </a:ext>
            </a:extLst>
          </p:cNvPr>
          <p:cNvGrpSpPr/>
          <p:nvPr/>
        </p:nvGrpSpPr>
        <p:grpSpPr>
          <a:xfrm>
            <a:off x="282788" y="397087"/>
            <a:ext cx="2003425" cy="2003425"/>
            <a:chOff x="282788" y="397087"/>
            <a:chExt cx="2003425" cy="200342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AA687B0-D57F-4522-2726-0347E416720A}"/>
                </a:ext>
              </a:extLst>
            </p:cNvPr>
            <p:cNvSpPr/>
            <p:nvPr/>
          </p:nvSpPr>
          <p:spPr>
            <a:xfrm>
              <a:off x="282788" y="397087"/>
              <a:ext cx="2003425" cy="2003425"/>
            </a:xfrm>
            <a:custGeom>
              <a:avLst/>
              <a:gdLst/>
              <a:ahLst/>
              <a:cxnLst/>
              <a:rect l="l" t="t" r="r" b="b"/>
              <a:pathLst>
                <a:path w="2003425" h="2003425">
                  <a:moveTo>
                    <a:pt x="1001693" y="2003386"/>
                  </a:moveTo>
                  <a:lnTo>
                    <a:pt x="953160" y="2002231"/>
                  </a:lnTo>
                  <a:lnTo>
                    <a:pt x="905223" y="1998800"/>
                  </a:lnTo>
                  <a:lnTo>
                    <a:pt x="857934" y="1993147"/>
                  </a:lnTo>
                  <a:lnTo>
                    <a:pt x="811347" y="1985324"/>
                  </a:lnTo>
                  <a:lnTo>
                    <a:pt x="765514" y="1975382"/>
                  </a:lnTo>
                  <a:lnTo>
                    <a:pt x="720486" y="1963376"/>
                  </a:lnTo>
                  <a:lnTo>
                    <a:pt x="676317" y="1949356"/>
                  </a:lnTo>
                  <a:lnTo>
                    <a:pt x="633059" y="1933376"/>
                  </a:lnTo>
                  <a:lnTo>
                    <a:pt x="590764" y="1915489"/>
                  </a:lnTo>
                  <a:lnTo>
                    <a:pt x="549486" y="1895745"/>
                  </a:lnTo>
                  <a:lnTo>
                    <a:pt x="509275" y="1874199"/>
                  </a:lnTo>
                  <a:lnTo>
                    <a:pt x="470186" y="1850902"/>
                  </a:lnTo>
                  <a:lnTo>
                    <a:pt x="432270" y="1825907"/>
                  </a:lnTo>
                  <a:lnTo>
                    <a:pt x="395579" y="1799267"/>
                  </a:lnTo>
                  <a:lnTo>
                    <a:pt x="360167" y="1771033"/>
                  </a:lnTo>
                  <a:lnTo>
                    <a:pt x="326086" y="1741259"/>
                  </a:lnTo>
                  <a:lnTo>
                    <a:pt x="293388" y="1709997"/>
                  </a:lnTo>
                  <a:lnTo>
                    <a:pt x="262126" y="1677299"/>
                  </a:lnTo>
                  <a:lnTo>
                    <a:pt x="232352" y="1643217"/>
                  </a:lnTo>
                  <a:lnTo>
                    <a:pt x="204118" y="1607805"/>
                  </a:lnTo>
                  <a:lnTo>
                    <a:pt x="177478" y="1571115"/>
                  </a:lnTo>
                  <a:lnTo>
                    <a:pt x="152483" y="1533199"/>
                  </a:lnTo>
                  <a:lnTo>
                    <a:pt x="129186" y="1494110"/>
                  </a:lnTo>
                  <a:lnTo>
                    <a:pt x="107640" y="1453900"/>
                  </a:lnTo>
                  <a:lnTo>
                    <a:pt x="87896" y="1412621"/>
                  </a:lnTo>
                  <a:lnTo>
                    <a:pt x="70009" y="1370326"/>
                  </a:lnTo>
                  <a:lnTo>
                    <a:pt x="54029" y="1327068"/>
                  </a:lnTo>
                  <a:lnTo>
                    <a:pt x="40009" y="1282899"/>
                  </a:lnTo>
                  <a:lnTo>
                    <a:pt x="28003" y="1237872"/>
                  </a:lnTo>
                  <a:lnTo>
                    <a:pt x="18061" y="1192039"/>
                  </a:lnTo>
                  <a:lnTo>
                    <a:pt x="10238" y="1145452"/>
                  </a:lnTo>
                  <a:lnTo>
                    <a:pt x="4585" y="1098164"/>
                  </a:lnTo>
                  <a:lnTo>
                    <a:pt x="1155" y="1050227"/>
                  </a:lnTo>
                  <a:lnTo>
                    <a:pt x="0" y="1001694"/>
                  </a:lnTo>
                  <a:lnTo>
                    <a:pt x="1155" y="953161"/>
                  </a:lnTo>
                  <a:lnTo>
                    <a:pt x="4585" y="905224"/>
                  </a:lnTo>
                  <a:lnTo>
                    <a:pt x="10238" y="857936"/>
                  </a:lnTo>
                  <a:lnTo>
                    <a:pt x="18061" y="811349"/>
                  </a:lnTo>
                  <a:lnTo>
                    <a:pt x="28003" y="765515"/>
                  </a:lnTo>
                  <a:lnTo>
                    <a:pt x="40009" y="720487"/>
                  </a:lnTo>
                  <a:lnTo>
                    <a:pt x="54029" y="676318"/>
                  </a:lnTo>
                  <a:lnTo>
                    <a:pt x="70009" y="633060"/>
                  </a:lnTo>
                  <a:lnTo>
                    <a:pt x="87896" y="590766"/>
                  </a:lnTo>
                  <a:lnTo>
                    <a:pt x="107640" y="549487"/>
                  </a:lnTo>
                  <a:lnTo>
                    <a:pt x="129186" y="509276"/>
                  </a:lnTo>
                  <a:lnTo>
                    <a:pt x="152483" y="470187"/>
                  </a:lnTo>
                  <a:lnTo>
                    <a:pt x="177478" y="432271"/>
                  </a:lnTo>
                  <a:lnTo>
                    <a:pt x="204118" y="395580"/>
                  </a:lnTo>
                  <a:lnTo>
                    <a:pt x="232352" y="360168"/>
                  </a:lnTo>
                  <a:lnTo>
                    <a:pt x="262126" y="326087"/>
                  </a:lnTo>
                  <a:lnTo>
                    <a:pt x="293388" y="293389"/>
                  </a:lnTo>
                  <a:lnTo>
                    <a:pt x="326086" y="262127"/>
                  </a:lnTo>
                  <a:lnTo>
                    <a:pt x="360167" y="232352"/>
                  </a:lnTo>
                  <a:lnTo>
                    <a:pt x="395579" y="204119"/>
                  </a:lnTo>
                  <a:lnTo>
                    <a:pt x="432270" y="177478"/>
                  </a:lnTo>
                  <a:lnTo>
                    <a:pt x="470186" y="152483"/>
                  </a:lnTo>
                  <a:lnTo>
                    <a:pt x="509275" y="129186"/>
                  </a:lnTo>
                  <a:lnTo>
                    <a:pt x="549486" y="107640"/>
                  </a:lnTo>
                  <a:lnTo>
                    <a:pt x="590764" y="87897"/>
                  </a:lnTo>
                  <a:lnTo>
                    <a:pt x="633059" y="70009"/>
                  </a:lnTo>
                  <a:lnTo>
                    <a:pt x="676317" y="54029"/>
                  </a:lnTo>
                  <a:lnTo>
                    <a:pt x="720486" y="40009"/>
                  </a:lnTo>
                  <a:lnTo>
                    <a:pt x="765514" y="28003"/>
                  </a:lnTo>
                  <a:lnTo>
                    <a:pt x="811347" y="18062"/>
                  </a:lnTo>
                  <a:lnTo>
                    <a:pt x="857934" y="10238"/>
                  </a:lnTo>
                  <a:lnTo>
                    <a:pt x="905223" y="4585"/>
                  </a:lnTo>
                  <a:lnTo>
                    <a:pt x="953160" y="1155"/>
                  </a:lnTo>
                  <a:lnTo>
                    <a:pt x="1001693" y="0"/>
                  </a:lnTo>
                  <a:lnTo>
                    <a:pt x="1050225" y="1155"/>
                  </a:lnTo>
                  <a:lnTo>
                    <a:pt x="1098162" y="4585"/>
                  </a:lnTo>
                  <a:lnTo>
                    <a:pt x="1145450" y="10238"/>
                  </a:lnTo>
                  <a:lnTo>
                    <a:pt x="1192037" y="18062"/>
                  </a:lnTo>
                  <a:lnTo>
                    <a:pt x="1237871" y="28003"/>
                  </a:lnTo>
                  <a:lnTo>
                    <a:pt x="1282898" y="40009"/>
                  </a:lnTo>
                  <a:lnTo>
                    <a:pt x="1327067" y="54029"/>
                  </a:lnTo>
                  <a:lnTo>
                    <a:pt x="1370325" y="70009"/>
                  </a:lnTo>
                  <a:lnTo>
                    <a:pt x="1412619" y="87897"/>
                  </a:lnTo>
                  <a:lnTo>
                    <a:pt x="1453898" y="107640"/>
                  </a:lnTo>
                  <a:lnTo>
                    <a:pt x="1494108" y="129186"/>
                  </a:lnTo>
                  <a:lnTo>
                    <a:pt x="1533198" y="152483"/>
                  </a:lnTo>
                  <a:lnTo>
                    <a:pt x="1571114" y="177478"/>
                  </a:lnTo>
                  <a:lnTo>
                    <a:pt x="1607804" y="204119"/>
                  </a:lnTo>
                  <a:lnTo>
                    <a:pt x="1643216" y="232352"/>
                  </a:lnTo>
                  <a:lnTo>
                    <a:pt x="1677297" y="262127"/>
                  </a:lnTo>
                  <a:lnTo>
                    <a:pt x="1709995" y="293389"/>
                  </a:lnTo>
                  <a:lnTo>
                    <a:pt x="1741258" y="326087"/>
                  </a:lnTo>
                  <a:lnTo>
                    <a:pt x="1771032" y="360168"/>
                  </a:lnTo>
                  <a:lnTo>
                    <a:pt x="1799265" y="395580"/>
                  </a:lnTo>
                  <a:lnTo>
                    <a:pt x="1825906" y="432271"/>
                  </a:lnTo>
                  <a:lnTo>
                    <a:pt x="1850901" y="470187"/>
                  </a:lnTo>
                  <a:lnTo>
                    <a:pt x="1874197" y="509276"/>
                  </a:lnTo>
                  <a:lnTo>
                    <a:pt x="1895744" y="549487"/>
                  </a:lnTo>
                  <a:lnTo>
                    <a:pt x="1915487" y="590766"/>
                  </a:lnTo>
                  <a:lnTo>
                    <a:pt x="1933375" y="633060"/>
                  </a:lnTo>
                  <a:lnTo>
                    <a:pt x="1949355" y="676318"/>
                  </a:lnTo>
                  <a:lnTo>
                    <a:pt x="1963374" y="720487"/>
                  </a:lnTo>
                  <a:lnTo>
                    <a:pt x="1975381" y="765515"/>
                  </a:lnTo>
                  <a:lnTo>
                    <a:pt x="1985322" y="811349"/>
                  </a:lnTo>
                  <a:lnTo>
                    <a:pt x="1993146" y="857936"/>
                  </a:lnTo>
                  <a:lnTo>
                    <a:pt x="1998799" y="905224"/>
                  </a:lnTo>
                  <a:lnTo>
                    <a:pt x="2002229" y="953161"/>
                  </a:lnTo>
                  <a:lnTo>
                    <a:pt x="2003384" y="1001694"/>
                  </a:lnTo>
                  <a:lnTo>
                    <a:pt x="2002229" y="1050227"/>
                  </a:lnTo>
                  <a:lnTo>
                    <a:pt x="1998799" y="1098164"/>
                  </a:lnTo>
                  <a:lnTo>
                    <a:pt x="1993146" y="1145452"/>
                  </a:lnTo>
                  <a:lnTo>
                    <a:pt x="1985322" y="1192039"/>
                  </a:lnTo>
                  <a:lnTo>
                    <a:pt x="1975381" y="1237872"/>
                  </a:lnTo>
                  <a:lnTo>
                    <a:pt x="1963374" y="1282899"/>
                  </a:lnTo>
                  <a:lnTo>
                    <a:pt x="1949355" y="1327068"/>
                  </a:lnTo>
                  <a:lnTo>
                    <a:pt x="1933375" y="1370326"/>
                  </a:lnTo>
                  <a:lnTo>
                    <a:pt x="1915487" y="1412621"/>
                  </a:lnTo>
                  <a:lnTo>
                    <a:pt x="1895744" y="1453900"/>
                  </a:lnTo>
                  <a:lnTo>
                    <a:pt x="1874197" y="1494110"/>
                  </a:lnTo>
                  <a:lnTo>
                    <a:pt x="1850901" y="1533199"/>
                  </a:lnTo>
                  <a:lnTo>
                    <a:pt x="1825906" y="1571115"/>
                  </a:lnTo>
                  <a:lnTo>
                    <a:pt x="1799265" y="1607805"/>
                  </a:lnTo>
                  <a:lnTo>
                    <a:pt x="1771032" y="1643217"/>
                  </a:lnTo>
                  <a:lnTo>
                    <a:pt x="1741258" y="1677299"/>
                  </a:lnTo>
                  <a:lnTo>
                    <a:pt x="1709995" y="1709997"/>
                  </a:lnTo>
                  <a:lnTo>
                    <a:pt x="1677297" y="1741259"/>
                  </a:lnTo>
                  <a:lnTo>
                    <a:pt x="1643216" y="1771033"/>
                  </a:lnTo>
                  <a:lnTo>
                    <a:pt x="1607804" y="1799267"/>
                  </a:lnTo>
                  <a:lnTo>
                    <a:pt x="1571114" y="1825907"/>
                  </a:lnTo>
                  <a:lnTo>
                    <a:pt x="1533198" y="1850902"/>
                  </a:lnTo>
                  <a:lnTo>
                    <a:pt x="1494108" y="1874199"/>
                  </a:lnTo>
                  <a:lnTo>
                    <a:pt x="1453898" y="1895745"/>
                  </a:lnTo>
                  <a:lnTo>
                    <a:pt x="1412619" y="1915489"/>
                  </a:lnTo>
                  <a:lnTo>
                    <a:pt x="1370325" y="1933376"/>
                  </a:lnTo>
                  <a:lnTo>
                    <a:pt x="1327067" y="1949356"/>
                  </a:lnTo>
                  <a:lnTo>
                    <a:pt x="1282898" y="1963376"/>
                  </a:lnTo>
                  <a:lnTo>
                    <a:pt x="1237871" y="1975382"/>
                  </a:lnTo>
                  <a:lnTo>
                    <a:pt x="1192037" y="1985324"/>
                  </a:lnTo>
                  <a:lnTo>
                    <a:pt x="1145450" y="1993147"/>
                  </a:lnTo>
                  <a:lnTo>
                    <a:pt x="1098162" y="1998800"/>
                  </a:lnTo>
                  <a:lnTo>
                    <a:pt x="1050225" y="2002231"/>
                  </a:lnTo>
                  <a:lnTo>
                    <a:pt x="1001693" y="2003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D01BF50-2684-FFF9-FE3A-7F0CD6EC76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750" y="551986"/>
              <a:ext cx="1695385" cy="1695385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FCAB2D47-0D6E-0C99-F889-5F5C35FA349B}"/>
              </a:ext>
            </a:extLst>
          </p:cNvPr>
          <p:cNvSpPr txBox="1"/>
          <p:nvPr/>
        </p:nvSpPr>
        <p:spPr>
          <a:xfrm>
            <a:off x="4171499" y="1051209"/>
            <a:ext cx="586740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b="1" spc="265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Sensor LDR</a:t>
            </a:r>
            <a:endParaRPr lang="en-US" sz="5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78FF429-3782-97D7-E284-0403B93E88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4076" y="1007666"/>
            <a:ext cx="860848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0</a:t>
            </a:r>
            <a:r>
              <a:rPr lang="en-US"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6</a:t>
            </a:r>
            <a:endParaRPr sz="5000" spc="315" dirty="0">
              <a:latin typeface="STHupo" panose="02010800040101010101" pitchFamily="2" charset="-122"/>
              <a:ea typeface="STHupo" panose="02010800040101010101" pitchFamily="2" charset="-122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83EA0DE-9EBB-82F9-1B87-4490DE31DEE9}"/>
              </a:ext>
            </a:extLst>
          </p:cNvPr>
          <p:cNvSpPr txBox="1"/>
          <p:nvPr/>
        </p:nvSpPr>
        <p:spPr>
          <a:xfrm>
            <a:off x="11715299" y="3074302"/>
            <a:ext cx="3657600" cy="1052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sz="500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64EC06-024F-8E1C-FF57-FC1DDC8F8427}"/>
              </a:ext>
            </a:extLst>
          </p:cNvPr>
          <p:cNvSpPr txBox="1"/>
          <p:nvPr/>
        </p:nvSpPr>
        <p:spPr>
          <a:xfrm>
            <a:off x="6157608" y="3230430"/>
            <a:ext cx="102869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3500" spc="12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Breadboard</a:t>
            </a:r>
            <a:r>
              <a:rPr lang="en-ID" sz="3500" spc="-10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3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adalah</a:t>
            </a:r>
            <a:r>
              <a:rPr lang="en-ID" sz="3500" spc="-9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5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papan</a:t>
            </a:r>
            <a:r>
              <a:rPr lang="en-ID" sz="3500" spc="15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4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percobaan</a:t>
            </a:r>
            <a:r>
              <a:rPr lang="en-ID" sz="3500" spc="-10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yang</a:t>
            </a:r>
            <a:r>
              <a:rPr lang="en-ID" sz="3500" spc="-10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4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digunakan</a:t>
            </a:r>
            <a:r>
              <a:rPr lang="en-ID" sz="3500" spc="14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3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untuk</a:t>
            </a:r>
            <a:r>
              <a:rPr lang="en-ID" sz="3500" spc="-8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1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merangkai</a:t>
            </a:r>
            <a:r>
              <a:rPr lang="en-ID" sz="3500" spc="-8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20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komponen</a:t>
            </a:r>
            <a:r>
              <a:rPr lang="en-ID" sz="350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8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elektronik</a:t>
            </a:r>
            <a:r>
              <a:rPr lang="en-ID" sz="3500" spc="-9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2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tanpa</a:t>
            </a:r>
            <a:r>
              <a:rPr lang="en-ID" sz="3500" spc="-9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4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solder, </a:t>
            </a:r>
            <a:r>
              <a:rPr lang="en-ID" sz="3500" spc="16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sehingga</a:t>
            </a:r>
            <a:r>
              <a:rPr lang="en-ID" sz="3500" spc="-9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7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memudahkan</a:t>
            </a:r>
            <a:r>
              <a:rPr lang="en-ID" sz="3500" spc="17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14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pengujian</a:t>
            </a:r>
            <a:r>
              <a:rPr lang="en-ID" sz="3500" spc="-9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8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dan</a:t>
            </a:r>
            <a:r>
              <a:rPr lang="en-ID" sz="3500" spc="-8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5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pembuatan</a:t>
            </a:r>
            <a:r>
              <a:rPr lang="en-ID" sz="3500" spc="15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0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rangkaian</a:t>
            </a:r>
            <a:r>
              <a:rPr lang="en-ID" sz="3500" spc="-10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6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sementara</a:t>
            </a:r>
            <a:r>
              <a:rPr lang="en-ID" sz="3500" spc="6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.</a:t>
            </a:r>
            <a:endParaRPr lang="en-ID" sz="35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E067F0-02D2-DFDA-2720-698E447E0C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1" t="23768" r="14473" b="20904"/>
          <a:stretch>
            <a:fillRect/>
          </a:stretch>
        </p:blipFill>
        <p:spPr bwMode="auto">
          <a:xfrm rot="10800000">
            <a:off x="1284500" y="3257549"/>
            <a:ext cx="3960000" cy="2762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F1EAD3-DC29-3A24-2E5A-7F5D0D153C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76" y="9088683"/>
            <a:ext cx="646331" cy="6463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BFE9FEB-31E6-D795-CFCF-6E8E5FF1F995}"/>
              </a:ext>
            </a:extLst>
          </p:cNvPr>
          <p:cNvSpPr txBox="1"/>
          <p:nvPr/>
        </p:nvSpPr>
        <p:spPr>
          <a:xfrm>
            <a:off x="1628775" y="9088682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POLITEKNIK NEGERI INDRAMAYU</a:t>
            </a:r>
          </a:p>
          <a:p>
            <a:pPr algn="just"/>
            <a:r>
              <a:rPr lang="en-US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 TEKNIK INFORMATIKA</a:t>
            </a:r>
            <a:endParaRPr lang="en-ID" sz="1800" b="1" dirty="0">
              <a:solidFill>
                <a:srgbClr val="4529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7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66793-0EED-088E-DE1B-406556C41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29E5A66-4C96-0DDE-C442-66D0C9C1F72B}"/>
              </a:ext>
            </a:extLst>
          </p:cNvPr>
          <p:cNvSpPr/>
          <p:nvPr/>
        </p:nvSpPr>
        <p:spPr>
          <a:xfrm>
            <a:off x="0" y="7029449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3257550" y="3092897"/>
                </a:moveTo>
                <a:lnTo>
                  <a:pt x="3257550" y="3257550"/>
                </a:lnTo>
                <a:lnTo>
                  <a:pt x="2286507" y="3257550"/>
                </a:lnTo>
                <a:lnTo>
                  <a:pt x="2286003" y="3209141"/>
                </a:lnTo>
                <a:lnTo>
                  <a:pt x="2284499" y="3160976"/>
                </a:lnTo>
                <a:lnTo>
                  <a:pt x="2282004" y="3113064"/>
                </a:lnTo>
                <a:lnTo>
                  <a:pt x="2278528" y="3065416"/>
                </a:lnTo>
                <a:lnTo>
                  <a:pt x="2274082" y="3018041"/>
                </a:lnTo>
                <a:lnTo>
                  <a:pt x="2268674" y="2970950"/>
                </a:lnTo>
                <a:lnTo>
                  <a:pt x="2262316" y="2924152"/>
                </a:lnTo>
                <a:lnTo>
                  <a:pt x="2255016" y="2877658"/>
                </a:lnTo>
                <a:lnTo>
                  <a:pt x="2246786" y="2831477"/>
                </a:lnTo>
                <a:lnTo>
                  <a:pt x="2237635" y="2785619"/>
                </a:lnTo>
                <a:lnTo>
                  <a:pt x="2227573" y="2740094"/>
                </a:lnTo>
                <a:lnTo>
                  <a:pt x="2216609" y="2694913"/>
                </a:lnTo>
                <a:lnTo>
                  <a:pt x="2204755" y="2650085"/>
                </a:lnTo>
                <a:lnTo>
                  <a:pt x="2192019" y="2605620"/>
                </a:lnTo>
                <a:lnTo>
                  <a:pt x="2178413" y="2561528"/>
                </a:lnTo>
                <a:lnTo>
                  <a:pt x="2163945" y="2517819"/>
                </a:lnTo>
                <a:lnTo>
                  <a:pt x="2148625" y="2474503"/>
                </a:lnTo>
                <a:lnTo>
                  <a:pt x="2132465" y="2431590"/>
                </a:lnTo>
                <a:lnTo>
                  <a:pt x="2115473" y="2389091"/>
                </a:lnTo>
                <a:lnTo>
                  <a:pt x="2097660" y="2347014"/>
                </a:lnTo>
                <a:lnTo>
                  <a:pt x="2079035" y="2305370"/>
                </a:lnTo>
                <a:lnTo>
                  <a:pt x="2059609" y="2264168"/>
                </a:lnTo>
                <a:lnTo>
                  <a:pt x="2039391" y="2223420"/>
                </a:lnTo>
                <a:lnTo>
                  <a:pt x="2018392" y="2183134"/>
                </a:lnTo>
                <a:lnTo>
                  <a:pt x="1996621" y="2143321"/>
                </a:lnTo>
                <a:lnTo>
                  <a:pt x="1974089" y="2103991"/>
                </a:lnTo>
                <a:lnTo>
                  <a:pt x="1950805" y="2065153"/>
                </a:lnTo>
                <a:lnTo>
                  <a:pt x="1926780" y="2026818"/>
                </a:lnTo>
                <a:lnTo>
                  <a:pt x="1902022" y="1988996"/>
                </a:lnTo>
                <a:lnTo>
                  <a:pt x="1876543" y="1951696"/>
                </a:lnTo>
                <a:lnTo>
                  <a:pt x="1850352" y="1914929"/>
                </a:lnTo>
                <a:lnTo>
                  <a:pt x="1823459" y="1878704"/>
                </a:lnTo>
                <a:lnTo>
                  <a:pt x="1795875" y="1843031"/>
                </a:lnTo>
                <a:lnTo>
                  <a:pt x="1767608" y="1807921"/>
                </a:lnTo>
                <a:lnTo>
                  <a:pt x="1738670" y="1773383"/>
                </a:lnTo>
                <a:lnTo>
                  <a:pt x="1709069" y="1739428"/>
                </a:lnTo>
                <a:lnTo>
                  <a:pt x="1678816" y="1706064"/>
                </a:lnTo>
                <a:lnTo>
                  <a:pt x="1647922" y="1673303"/>
                </a:lnTo>
                <a:lnTo>
                  <a:pt x="1616395" y="1641154"/>
                </a:lnTo>
                <a:lnTo>
                  <a:pt x="1584246" y="1609628"/>
                </a:lnTo>
                <a:lnTo>
                  <a:pt x="1551485" y="1578733"/>
                </a:lnTo>
                <a:lnTo>
                  <a:pt x="1518122" y="1548480"/>
                </a:lnTo>
                <a:lnTo>
                  <a:pt x="1484166" y="1518880"/>
                </a:lnTo>
                <a:lnTo>
                  <a:pt x="1449629" y="1489941"/>
                </a:lnTo>
                <a:lnTo>
                  <a:pt x="1414518" y="1461675"/>
                </a:lnTo>
                <a:lnTo>
                  <a:pt x="1378846" y="1434090"/>
                </a:lnTo>
                <a:lnTo>
                  <a:pt x="1342621" y="1407197"/>
                </a:lnTo>
                <a:lnTo>
                  <a:pt x="1305853" y="1381006"/>
                </a:lnTo>
                <a:lnTo>
                  <a:pt x="1268553" y="1355527"/>
                </a:lnTo>
                <a:lnTo>
                  <a:pt x="1230731" y="1330770"/>
                </a:lnTo>
                <a:lnTo>
                  <a:pt x="1192396" y="1306744"/>
                </a:lnTo>
                <a:lnTo>
                  <a:pt x="1153558" y="1283460"/>
                </a:lnTo>
                <a:lnTo>
                  <a:pt x="1114228" y="1260928"/>
                </a:lnTo>
                <a:lnTo>
                  <a:pt x="1074415" y="1239157"/>
                </a:lnTo>
                <a:lnTo>
                  <a:pt x="1034130" y="1218158"/>
                </a:lnTo>
                <a:lnTo>
                  <a:pt x="993381" y="1197940"/>
                </a:lnTo>
                <a:lnTo>
                  <a:pt x="952180" y="1178514"/>
                </a:lnTo>
                <a:lnTo>
                  <a:pt x="910536" y="1159890"/>
                </a:lnTo>
                <a:lnTo>
                  <a:pt x="868459" y="1142076"/>
                </a:lnTo>
                <a:lnTo>
                  <a:pt x="825959" y="1125085"/>
                </a:lnTo>
                <a:lnTo>
                  <a:pt x="783046" y="1108924"/>
                </a:lnTo>
                <a:lnTo>
                  <a:pt x="739730" y="1093605"/>
                </a:lnTo>
                <a:lnTo>
                  <a:pt x="696022" y="1079137"/>
                </a:lnTo>
                <a:lnTo>
                  <a:pt x="651930" y="1065530"/>
                </a:lnTo>
                <a:lnTo>
                  <a:pt x="607465" y="1052794"/>
                </a:lnTo>
                <a:lnTo>
                  <a:pt x="562637" y="1040940"/>
                </a:lnTo>
                <a:lnTo>
                  <a:pt x="517455" y="1029977"/>
                </a:lnTo>
                <a:lnTo>
                  <a:pt x="471931" y="1019914"/>
                </a:lnTo>
                <a:lnTo>
                  <a:pt x="426073" y="1010763"/>
                </a:lnTo>
                <a:lnTo>
                  <a:pt x="380433" y="1002629"/>
                </a:lnTo>
                <a:lnTo>
                  <a:pt x="333534" y="995255"/>
                </a:lnTo>
                <a:lnTo>
                  <a:pt x="286599" y="988875"/>
                </a:lnTo>
                <a:lnTo>
                  <a:pt x="239508" y="983468"/>
                </a:lnTo>
                <a:lnTo>
                  <a:pt x="192134" y="979021"/>
                </a:lnTo>
                <a:lnTo>
                  <a:pt x="144485" y="975545"/>
                </a:lnTo>
                <a:lnTo>
                  <a:pt x="96574" y="973050"/>
                </a:lnTo>
                <a:lnTo>
                  <a:pt x="48408" y="971546"/>
                </a:lnTo>
                <a:lnTo>
                  <a:pt x="0" y="971042"/>
                </a:lnTo>
                <a:lnTo>
                  <a:pt x="0" y="0"/>
                </a:lnTo>
                <a:lnTo>
                  <a:pt x="164648" y="0"/>
                </a:lnTo>
                <a:lnTo>
                  <a:pt x="191676" y="1369"/>
                </a:lnTo>
                <a:lnTo>
                  <a:pt x="239151" y="4463"/>
                </a:lnTo>
                <a:lnTo>
                  <a:pt x="286439" y="8232"/>
                </a:lnTo>
                <a:lnTo>
                  <a:pt x="333397" y="12657"/>
                </a:lnTo>
                <a:lnTo>
                  <a:pt x="379892" y="17714"/>
                </a:lnTo>
                <a:lnTo>
                  <a:pt x="427130" y="23537"/>
                </a:lnTo>
                <a:lnTo>
                  <a:pt x="473621" y="29955"/>
                </a:lnTo>
                <a:lnTo>
                  <a:pt x="519900" y="37025"/>
                </a:lnTo>
                <a:lnTo>
                  <a:pt x="565964" y="44740"/>
                </a:lnTo>
                <a:lnTo>
                  <a:pt x="611807" y="53096"/>
                </a:lnTo>
                <a:lnTo>
                  <a:pt x="657424" y="62089"/>
                </a:lnTo>
                <a:lnTo>
                  <a:pt x="702811" y="71713"/>
                </a:lnTo>
                <a:lnTo>
                  <a:pt x="747964" y="81964"/>
                </a:lnTo>
                <a:lnTo>
                  <a:pt x="792876" y="92836"/>
                </a:lnTo>
                <a:lnTo>
                  <a:pt x="837544" y="104326"/>
                </a:lnTo>
                <a:lnTo>
                  <a:pt x="881962" y="116428"/>
                </a:lnTo>
                <a:lnTo>
                  <a:pt x="926126" y="129138"/>
                </a:lnTo>
                <a:lnTo>
                  <a:pt x="970031" y="142451"/>
                </a:lnTo>
                <a:lnTo>
                  <a:pt x="1013673" y="156362"/>
                </a:lnTo>
                <a:lnTo>
                  <a:pt x="1057046" y="170866"/>
                </a:lnTo>
                <a:lnTo>
                  <a:pt x="1100146" y="185958"/>
                </a:lnTo>
                <a:lnTo>
                  <a:pt x="1142968" y="201635"/>
                </a:lnTo>
                <a:lnTo>
                  <a:pt x="1185507" y="217890"/>
                </a:lnTo>
                <a:lnTo>
                  <a:pt x="1227758" y="234719"/>
                </a:lnTo>
                <a:lnTo>
                  <a:pt x="1269717" y="252118"/>
                </a:lnTo>
                <a:lnTo>
                  <a:pt x="1311379" y="270082"/>
                </a:lnTo>
                <a:lnTo>
                  <a:pt x="1352739" y="288605"/>
                </a:lnTo>
                <a:lnTo>
                  <a:pt x="1393792" y="307683"/>
                </a:lnTo>
                <a:lnTo>
                  <a:pt x="1434534" y="327312"/>
                </a:lnTo>
                <a:lnTo>
                  <a:pt x="1474960" y="347486"/>
                </a:lnTo>
                <a:lnTo>
                  <a:pt x="1515064" y="368201"/>
                </a:lnTo>
                <a:lnTo>
                  <a:pt x="1554843" y="389452"/>
                </a:lnTo>
                <a:lnTo>
                  <a:pt x="1594291" y="411234"/>
                </a:lnTo>
                <a:lnTo>
                  <a:pt x="1633404" y="433543"/>
                </a:lnTo>
                <a:lnTo>
                  <a:pt x="1672177" y="456373"/>
                </a:lnTo>
                <a:lnTo>
                  <a:pt x="1710605" y="479720"/>
                </a:lnTo>
                <a:lnTo>
                  <a:pt x="1748683" y="503579"/>
                </a:lnTo>
                <a:lnTo>
                  <a:pt x="1786407" y="527945"/>
                </a:lnTo>
                <a:lnTo>
                  <a:pt x="1823771" y="552814"/>
                </a:lnTo>
                <a:lnTo>
                  <a:pt x="1860772" y="578181"/>
                </a:lnTo>
                <a:lnTo>
                  <a:pt x="1897403" y="604040"/>
                </a:lnTo>
                <a:lnTo>
                  <a:pt x="1933662" y="630388"/>
                </a:lnTo>
                <a:lnTo>
                  <a:pt x="1969541" y="657220"/>
                </a:lnTo>
                <a:lnTo>
                  <a:pt x="2005038" y="684530"/>
                </a:lnTo>
                <a:lnTo>
                  <a:pt x="2040147" y="712313"/>
                </a:lnTo>
                <a:lnTo>
                  <a:pt x="2074863" y="740566"/>
                </a:lnTo>
                <a:lnTo>
                  <a:pt x="2109182" y="769283"/>
                </a:lnTo>
                <a:lnTo>
                  <a:pt x="2143098" y="798460"/>
                </a:lnTo>
                <a:lnTo>
                  <a:pt x="2176607" y="828092"/>
                </a:lnTo>
                <a:lnTo>
                  <a:pt x="2209705" y="858173"/>
                </a:lnTo>
                <a:lnTo>
                  <a:pt x="2242386" y="888700"/>
                </a:lnTo>
                <a:lnTo>
                  <a:pt x="2274646" y="919667"/>
                </a:lnTo>
                <a:lnTo>
                  <a:pt x="2306480" y="951070"/>
                </a:lnTo>
                <a:lnTo>
                  <a:pt x="2337882" y="982903"/>
                </a:lnTo>
                <a:lnTo>
                  <a:pt x="2368850" y="1015163"/>
                </a:lnTo>
                <a:lnTo>
                  <a:pt x="2399376" y="1047844"/>
                </a:lnTo>
                <a:lnTo>
                  <a:pt x="2429458" y="1080942"/>
                </a:lnTo>
                <a:lnTo>
                  <a:pt x="2459089" y="1114451"/>
                </a:lnTo>
                <a:lnTo>
                  <a:pt x="2488266" y="1148368"/>
                </a:lnTo>
                <a:lnTo>
                  <a:pt x="2516983" y="1182687"/>
                </a:lnTo>
                <a:lnTo>
                  <a:pt x="2545236" y="1217403"/>
                </a:lnTo>
                <a:lnTo>
                  <a:pt x="2573020" y="1252511"/>
                </a:lnTo>
                <a:lnTo>
                  <a:pt x="2600330" y="1288008"/>
                </a:lnTo>
                <a:lnTo>
                  <a:pt x="2627161" y="1323888"/>
                </a:lnTo>
                <a:lnTo>
                  <a:pt x="2653509" y="1360146"/>
                </a:lnTo>
                <a:lnTo>
                  <a:pt x="2679369" y="1396778"/>
                </a:lnTo>
                <a:lnTo>
                  <a:pt x="2704735" y="1433778"/>
                </a:lnTo>
                <a:lnTo>
                  <a:pt x="2729604" y="1471143"/>
                </a:lnTo>
                <a:lnTo>
                  <a:pt x="2753971" y="1508866"/>
                </a:lnTo>
                <a:lnTo>
                  <a:pt x="2777830" y="1546945"/>
                </a:lnTo>
                <a:lnTo>
                  <a:pt x="2801177" y="1585372"/>
                </a:lnTo>
                <a:lnTo>
                  <a:pt x="2824007" y="1624145"/>
                </a:lnTo>
                <a:lnTo>
                  <a:pt x="2846315" y="1663258"/>
                </a:lnTo>
                <a:lnTo>
                  <a:pt x="2868097" y="1702706"/>
                </a:lnTo>
                <a:lnTo>
                  <a:pt x="2889348" y="1742485"/>
                </a:lnTo>
                <a:lnTo>
                  <a:pt x="2910063" y="1782590"/>
                </a:lnTo>
                <a:lnTo>
                  <a:pt x="2930237" y="1823015"/>
                </a:lnTo>
                <a:lnTo>
                  <a:pt x="2949866" y="1863757"/>
                </a:lnTo>
                <a:lnTo>
                  <a:pt x="2968944" y="1904810"/>
                </a:lnTo>
                <a:lnTo>
                  <a:pt x="2987468" y="1946170"/>
                </a:lnTo>
                <a:lnTo>
                  <a:pt x="3005431" y="1987832"/>
                </a:lnTo>
                <a:lnTo>
                  <a:pt x="3022830" y="2029791"/>
                </a:lnTo>
                <a:lnTo>
                  <a:pt x="3039660" y="2072043"/>
                </a:lnTo>
                <a:lnTo>
                  <a:pt x="3055915" y="2114582"/>
                </a:lnTo>
                <a:lnTo>
                  <a:pt x="3071591" y="2157404"/>
                </a:lnTo>
                <a:lnTo>
                  <a:pt x="3086684" y="2200503"/>
                </a:lnTo>
                <a:lnTo>
                  <a:pt x="3101188" y="2243877"/>
                </a:lnTo>
                <a:lnTo>
                  <a:pt x="3115098" y="2287518"/>
                </a:lnTo>
                <a:lnTo>
                  <a:pt x="3128411" y="2331423"/>
                </a:lnTo>
                <a:lnTo>
                  <a:pt x="3141121" y="2375588"/>
                </a:lnTo>
                <a:lnTo>
                  <a:pt x="3153223" y="2420006"/>
                </a:lnTo>
                <a:lnTo>
                  <a:pt x="3164713" y="2464674"/>
                </a:lnTo>
                <a:lnTo>
                  <a:pt x="3175586" y="2509586"/>
                </a:lnTo>
                <a:lnTo>
                  <a:pt x="3185837" y="2554738"/>
                </a:lnTo>
                <a:lnTo>
                  <a:pt x="3195461" y="2600125"/>
                </a:lnTo>
                <a:lnTo>
                  <a:pt x="3204453" y="2645743"/>
                </a:lnTo>
                <a:lnTo>
                  <a:pt x="3212809" y="2691586"/>
                </a:lnTo>
                <a:lnTo>
                  <a:pt x="3220525" y="2737649"/>
                </a:lnTo>
                <a:lnTo>
                  <a:pt x="3227594" y="2783929"/>
                </a:lnTo>
                <a:lnTo>
                  <a:pt x="3234013" y="2830419"/>
                </a:lnTo>
                <a:lnTo>
                  <a:pt x="3239776" y="2877117"/>
                </a:lnTo>
                <a:lnTo>
                  <a:pt x="3244879" y="2924015"/>
                </a:lnTo>
                <a:lnTo>
                  <a:pt x="3249318" y="2971111"/>
                </a:lnTo>
                <a:lnTo>
                  <a:pt x="3253086" y="3018398"/>
                </a:lnTo>
                <a:lnTo>
                  <a:pt x="3256180" y="3065873"/>
                </a:lnTo>
                <a:lnTo>
                  <a:pt x="3257550" y="3092897"/>
                </a:lnTo>
                <a:close/>
              </a:path>
            </a:pathLst>
          </a:custGeom>
          <a:solidFill>
            <a:srgbClr val="FFB4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52037C7-5C75-0517-9F0B-22A019E970B8}"/>
              </a:ext>
            </a:extLst>
          </p:cNvPr>
          <p:cNvSpPr/>
          <p:nvPr/>
        </p:nvSpPr>
        <p:spPr>
          <a:xfrm>
            <a:off x="15030450" y="-1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0" y="164644"/>
                </a:moveTo>
                <a:lnTo>
                  <a:pt x="0" y="0"/>
                </a:lnTo>
                <a:lnTo>
                  <a:pt x="971043" y="0"/>
                </a:lnTo>
                <a:lnTo>
                  <a:pt x="971546" y="48408"/>
                </a:lnTo>
                <a:lnTo>
                  <a:pt x="973051" y="96574"/>
                </a:lnTo>
                <a:lnTo>
                  <a:pt x="975546" y="144485"/>
                </a:lnTo>
                <a:lnTo>
                  <a:pt x="979021" y="192134"/>
                </a:lnTo>
                <a:lnTo>
                  <a:pt x="983468" y="239508"/>
                </a:lnTo>
                <a:lnTo>
                  <a:pt x="988876" y="286599"/>
                </a:lnTo>
                <a:lnTo>
                  <a:pt x="995234" y="333397"/>
                </a:lnTo>
                <a:lnTo>
                  <a:pt x="1002533" y="379892"/>
                </a:lnTo>
                <a:lnTo>
                  <a:pt x="1010763" y="426073"/>
                </a:lnTo>
                <a:lnTo>
                  <a:pt x="1019915" y="471931"/>
                </a:lnTo>
                <a:lnTo>
                  <a:pt x="1029977" y="517455"/>
                </a:lnTo>
                <a:lnTo>
                  <a:pt x="1040940" y="562637"/>
                </a:lnTo>
                <a:lnTo>
                  <a:pt x="1052795" y="607465"/>
                </a:lnTo>
                <a:lnTo>
                  <a:pt x="1065530" y="651930"/>
                </a:lnTo>
                <a:lnTo>
                  <a:pt x="1079137" y="696022"/>
                </a:lnTo>
                <a:lnTo>
                  <a:pt x="1093605" y="739730"/>
                </a:lnTo>
                <a:lnTo>
                  <a:pt x="1108924" y="783046"/>
                </a:lnTo>
                <a:lnTo>
                  <a:pt x="1125085" y="825959"/>
                </a:lnTo>
                <a:lnTo>
                  <a:pt x="1142077" y="868459"/>
                </a:lnTo>
                <a:lnTo>
                  <a:pt x="1159890" y="910536"/>
                </a:lnTo>
                <a:lnTo>
                  <a:pt x="1178515" y="952180"/>
                </a:lnTo>
                <a:lnTo>
                  <a:pt x="1197941" y="993381"/>
                </a:lnTo>
                <a:lnTo>
                  <a:pt x="1218158" y="1034130"/>
                </a:lnTo>
                <a:lnTo>
                  <a:pt x="1239157" y="1074415"/>
                </a:lnTo>
                <a:lnTo>
                  <a:pt x="1260928" y="1114228"/>
                </a:lnTo>
                <a:lnTo>
                  <a:pt x="1283460" y="1153558"/>
                </a:lnTo>
                <a:lnTo>
                  <a:pt x="1306744" y="1192396"/>
                </a:lnTo>
                <a:lnTo>
                  <a:pt x="1330770" y="1230731"/>
                </a:lnTo>
                <a:lnTo>
                  <a:pt x="1355527" y="1268553"/>
                </a:lnTo>
                <a:lnTo>
                  <a:pt x="1381007" y="1305853"/>
                </a:lnTo>
                <a:lnTo>
                  <a:pt x="1407198" y="1342621"/>
                </a:lnTo>
                <a:lnTo>
                  <a:pt x="1434090" y="1378846"/>
                </a:lnTo>
                <a:lnTo>
                  <a:pt x="1461675" y="1414518"/>
                </a:lnTo>
                <a:lnTo>
                  <a:pt x="1489942" y="1449629"/>
                </a:lnTo>
                <a:lnTo>
                  <a:pt x="1518880" y="1484166"/>
                </a:lnTo>
                <a:lnTo>
                  <a:pt x="1548481" y="1518122"/>
                </a:lnTo>
                <a:lnTo>
                  <a:pt x="1578733" y="1551485"/>
                </a:lnTo>
                <a:lnTo>
                  <a:pt x="1609628" y="1584246"/>
                </a:lnTo>
                <a:lnTo>
                  <a:pt x="1641155" y="1616395"/>
                </a:lnTo>
                <a:lnTo>
                  <a:pt x="1673303" y="1647922"/>
                </a:lnTo>
                <a:lnTo>
                  <a:pt x="1706064" y="1678816"/>
                </a:lnTo>
                <a:lnTo>
                  <a:pt x="1739428" y="1709069"/>
                </a:lnTo>
                <a:lnTo>
                  <a:pt x="1773383" y="1738670"/>
                </a:lnTo>
                <a:lnTo>
                  <a:pt x="1807921" y="1767608"/>
                </a:lnTo>
                <a:lnTo>
                  <a:pt x="1843031" y="1795875"/>
                </a:lnTo>
                <a:lnTo>
                  <a:pt x="1878704" y="1823459"/>
                </a:lnTo>
                <a:lnTo>
                  <a:pt x="1914929" y="1850352"/>
                </a:lnTo>
                <a:lnTo>
                  <a:pt x="1951696" y="1876543"/>
                </a:lnTo>
                <a:lnTo>
                  <a:pt x="1988996" y="1902022"/>
                </a:lnTo>
                <a:lnTo>
                  <a:pt x="2026819" y="1926780"/>
                </a:lnTo>
                <a:lnTo>
                  <a:pt x="2065154" y="1950805"/>
                </a:lnTo>
                <a:lnTo>
                  <a:pt x="2103991" y="1974089"/>
                </a:lnTo>
                <a:lnTo>
                  <a:pt x="2143321" y="1996621"/>
                </a:lnTo>
                <a:lnTo>
                  <a:pt x="2183134" y="2018392"/>
                </a:lnTo>
                <a:lnTo>
                  <a:pt x="2223420" y="2039391"/>
                </a:lnTo>
                <a:lnTo>
                  <a:pt x="2264169" y="2059609"/>
                </a:lnTo>
                <a:lnTo>
                  <a:pt x="2305370" y="2079035"/>
                </a:lnTo>
                <a:lnTo>
                  <a:pt x="2347014" y="2097660"/>
                </a:lnTo>
                <a:lnTo>
                  <a:pt x="2389091" y="2115473"/>
                </a:lnTo>
                <a:lnTo>
                  <a:pt x="2431591" y="2132465"/>
                </a:lnTo>
                <a:lnTo>
                  <a:pt x="2474503" y="2148625"/>
                </a:lnTo>
                <a:lnTo>
                  <a:pt x="2517819" y="2163945"/>
                </a:lnTo>
                <a:lnTo>
                  <a:pt x="2561528" y="2178413"/>
                </a:lnTo>
                <a:lnTo>
                  <a:pt x="2605620" y="2192019"/>
                </a:lnTo>
                <a:lnTo>
                  <a:pt x="2650085" y="2204755"/>
                </a:lnTo>
                <a:lnTo>
                  <a:pt x="2694913" y="2216609"/>
                </a:lnTo>
                <a:lnTo>
                  <a:pt x="2740094" y="2227573"/>
                </a:lnTo>
                <a:lnTo>
                  <a:pt x="2785619" y="2237635"/>
                </a:lnTo>
                <a:lnTo>
                  <a:pt x="2831477" y="2246786"/>
                </a:lnTo>
                <a:lnTo>
                  <a:pt x="2877117" y="2254920"/>
                </a:lnTo>
                <a:lnTo>
                  <a:pt x="2924015" y="2262294"/>
                </a:lnTo>
                <a:lnTo>
                  <a:pt x="2970950" y="2268674"/>
                </a:lnTo>
                <a:lnTo>
                  <a:pt x="3018041" y="2274082"/>
                </a:lnTo>
                <a:lnTo>
                  <a:pt x="3065416" y="2278528"/>
                </a:lnTo>
                <a:lnTo>
                  <a:pt x="3113064" y="2282004"/>
                </a:lnTo>
                <a:lnTo>
                  <a:pt x="3160976" y="2284499"/>
                </a:lnTo>
                <a:lnTo>
                  <a:pt x="3209141" y="2286003"/>
                </a:lnTo>
                <a:lnTo>
                  <a:pt x="3257550" y="2286507"/>
                </a:lnTo>
                <a:lnTo>
                  <a:pt x="3257550" y="3257550"/>
                </a:lnTo>
                <a:lnTo>
                  <a:pt x="3092897" y="3257550"/>
                </a:lnTo>
                <a:lnTo>
                  <a:pt x="3065873" y="3256180"/>
                </a:lnTo>
                <a:lnTo>
                  <a:pt x="3018399" y="3253086"/>
                </a:lnTo>
                <a:lnTo>
                  <a:pt x="2971111" y="3249318"/>
                </a:lnTo>
                <a:lnTo>
                  <a:pt x="2924152" y="3244892"/>
                </a:lnTo>
                <a:lnTo>
                  <a:pt x="2877658" y="3239835"/>
                </a:lnTo>
                <a:lnTo>
                  <a:pt x="2830420" y="3234013"/>
                </a:lnTo>
                <a:lnTo>
                  <a:pt x="2783929" y="3227594"/>
                </a:lnTo>
                <a:lnTo>
                  <a:pt x="2737649" y="3220525"/>
                </a:lnTo>
                <a:lnTo>
                  <a:pt x="2691586" y="3212809"/>
                </a:lnTo>
                <a:lnTo>
                  <a:pt x="2645743" y="3204453"/>
                </a:lnTo>
                <a:lnTo>
                  <a:pt x="2600125" y="3195461"/>
                </a:lnTo>
                <a:lnTo>
                  <a:pt x="2554738" y="3185837"/>
                </a:lnTo>
                <a:lnTo>
                  <a:pt x="2509586" y="3175586"/>
                </a:lnTo>
                <a:lnTo>
                  <a:pt x="2464674" y="3164713"/>
                </a:lnTo>
                <a:lnTo>
                  <a:pt x="2420006" y="3153223"/>
                </a:lnTo>
                <a:lnTo>
                  <a:pt x="2375588" y="3141121"/>
                </a:lnTo>
                <a:lnTo>
                  <a:pt x="2331424" y="3128411"/>
                </a:lnTo>
                <a:lnTo>
                  <a:pt x="2287518" y="3115098"/>
                </a:lnTo>
                <a:lnTo>
                  <a:pt x="2243877" y="3101188"/>
                </a:lnTo>
                <a:lnTo>
                  <a:pt x="2200504" y="3086684"/>
                </a:lnTo>
                <a:lnTo>
                  <a:pt x="2157404" y="3071591"/>
                </a:lnTo>
                <a:lnTo>
                  <a:pt x="2114582" y="3055915"/>
                </a:lnTo>
                <a:lnTo>
                  <a:pt x="2072043" y="3039660"/>
                </a:lnTo>
                <a:lnTo>
                  <a:pt x="2029792" y="3022830"/>
                </a:lnTo>
                <a:lnTo>
                  <a:pt x="1987832" y="3005431"/>
                </a:lnTo>
                <a:lnTo>
                  <a:pt x="1946171" y="2987468"/>
                </a:lnTo>
                <a:lnTo>
                  <a:pt x="1904811" y="2968944"/>
                </a:lnTo>
                <a:lnTo>
                  <a:pt x="1863757" y="2949866"/>
                </a:lnTo>
                <a:lnTo>
                  <a:pt x="1823015" y="2930237"/>
                </a:lnTo>
                <a:lnTo>
                  <a:pt x="1782590" y="2910063"/>
                </a:lnTo>
                <a:lnTo>
                  <a:pt x="1742485" y="2889348"/>
                </a:lnTo>
                <a:lnTo>
                  <a:pt x="1702706" y="2868097"/>
                </a:lnTo>
                <a:lnTo>
                  <a:pt x="1663258" y="2846315"/>
                </a:lnTo>
                <a:lnTo>
                  <a:pt x="1624145" y="2824007"/>
                </a:lnTo>
                <a:lnTo>
                  <a:pt x="1585373" y="2801177"/>
                </a:lnTo>
                <a:lnTo>
                  <a:pt x="1546945" y="2777830"/>
                </a:lnTo>
                <a:lnTo>
                  <a:pt x="1508867" y="2753971"/>
                </a:lnTo>
                <a:lnTo>
                  <a:pt x="1471143" y="2729604"/>
                </a:lnTo>
                <a:lnTo>
                  <a:pt x="1433778" y="2704735"/>
                </a:lnTo>
                <a:lnTo>
                  <a:pt x="1396778" y="2679369"/>
                </a:lnTo>
                <a:lnTo>
                  <a:pt x="1360146" y="2653509"/>
                </a:lnTo>
                <a:lnTo>
                  <a:pt x="1323888" y="2627161"/>
                </a:lnTo>
                <a:lnTo>
                  <a:pt x="1288008" y="2600330"/>
                </a:lnTo>
                <a:lnTo>
                  <a:pt x="1252512" y="2573020"/>
                </a:lnTo>
                <a:lnTo>
                  <a:pt x="1217403" y="2545236"/>
                </a:lnTo>
                <a:lnTo>
                  <a:pt x="1182687" y="2516983"/>
                </a:lnTo>
                <a:lnTo>
                  <a:pt x="1148368" y="2488266"/>
                </a:lnTo>
                <a:lnTo>
                  <a:pt x="1114452" y="2459089"/>
                </a:lnTo>
                <a:lnTo>
                  <a:pt x="1080942" y="2429458"/>
                </a:lnTo>
                <a:lnTo>
                  <a:pt x="1047845" y="2399376"/>
                </a:lnTo>
                <a:lnTo>
                  <a:pt x="1015163" y="2368850"/>
                </a:lnTo>
                <a:lnTo>
                  <a:pt x="982904" y="2337882"/>
                </a:lnTo>
                <a:lnTo>
                  <a:pt x="951070" y="2306480"/>
                </a:lnTo>
                <a:lnTo>
                  <a:pt x="919667" y="2274646"/>
                </a:lnTo>
                <a:lnTo>
                  <a:pt x="888700" y="2242386"/>
                </a:lnTo>
                <a:lnTo>
                  <a:pt x="858173" y="2209705"/>
                </a:lnTo>
                <a:lnTo>
                  <a:pt x="828092" y="2176607"/>
                </a:lnTo>
                <a:lnTo>
                  <a:pt x="798460" y="2143098"/>
                </a:lnTo>
                <a:lnTo>
                  <a:pt x="769284" y="2109182"/>
                </a:lnTo>
                <a:lnTo>
                  <a:pt x="740566" y="2074863"/>
                </a:lnTo>
                <a:lnTo>
                  <a:pt x="712314" y="2040147"/>
                </a:lnTo>
                <a:lnTo>
                  <a:pt x="684530" y="2005038"/>
                </a:lnTo>
                <a:lnTo>
                  <a:pt x="657220" y="1969541"/>
                </a:lnTo>
                <a:lnTo>
                  <a:pt x="630389" y="1933662"/>
                </a:lnTo>
                <a:lnTo>
                  <a:pt x="604041" y="1897403"/>
                </a:lnTo>
                <a:lnTo>
                  <a:pt x="578181" y="1860772"/>
                </a:lnTo>
                <a:lnTo>
                  <a:pt x="552814" y="1823771"/>
                </a:lnTo>
                <a:lnTo>
                  <a:pt x="527945" y="1786407"/>
                </a:lnTo>
                <a:lnTo>
                  <a:pt x="503579" y="1748683"/>
                </a:lnTo>
                <a:lnTo>
                  <a:pt x="479720" y="1710605"/>
                </a:lnTo>
                <a:lnTo>
                  <a:pt x="456373" y="1672177"/>
                </a:lnTo>
                <a:lnTo>
                  <a:pt x="433543" y="1633404"/>
                </a:lnTo>
                <a:lnTo>
                  <a:pt x="411234" y="1594291"/>
                </a:lnTo>
                <a:lnTo>
                  <a:pt x="389452" y="1554843"/>
                </a:lnTo>
                <a:lnTo>
                  <a:pt x="368201" y="1515064"/>
                </a:lnTo>
                <a:lnTo>
                  <a:pt x="347486" y="1474960"/>
                </a:lnTo>
                <a:lnTo>
                  <a:pt x="327312" y="1434534"/>
                </a:lnTo>
                <a:lnTo>
                  <a:pt x="307684" y="1393792"/>
                </a:lnTo>
                <a:lnTo>
                  <a:pt x="288605" y="1352739"/>
                </a:lnTo>
                <a:lnTo>
                  <a:pt x="270082" y="1311379"/>
                </a:lnTo>
                <a:lnTo>
                  <a:pt x="252118" y="1269717"/>
                </a:lnTo>
                <a:lnTo>
                  <a:pt x="234720" y="1227758"/>
                </a:lnTo>
                <a:lnTo>
                  <a:pt x="217890" y="1185507"/>
                </a:lnTo>
                <a:lnTo>
                  <a:pt x="201635" y="1142968"/>
                </a:lnTo>
                <a:lnTo>
                  <a:pt x="185959" y="1100146"/>
                </a:lnTo>
                <a:lnTo>
                  <a:pt x="170866" y="1057046"/>
                </a:lnTo>
                <a:lnTo>
                  <a:pt x="156362" y="1013673"/>
                </a:lnTo>
                <a:lnTo>
                  <a:pt x="142451" y="970031"/>
                </a:lnTo>
                <a:lnTo>
                  <a:pt x="129138" y="926126"/>
                </a:lnTo>
                <a:lnTo>
                  <a:pt x="116429" y="881962"/>
                </a:lnTo>
                <a:lnTo>
                  <a:pt x="104326" y="837544"/>
                </a:lnTo>
                <a:lnTo>
                  <a:pt x="92836" y="792876"/>
                </a:lnTo>
                <a:lnTo>
                  <a:pt x="81964" y="747964"/>
                </a:lnTo>
                <a:lnTo>
                  <a:pt x="71713" y="702811"/>
                </a:lnTo>
                <a:lnTo>
                  <a:pt x="62089" y="657424"/>
                </a:lnTo>
                <a:lnTo>
                  <a:pt x="53096" y="611807"/>
                </a:lnTo>
                <a:lnTo>
                  <a:pt x="44740" y="565964"/>
                </a:lnTo>
                <a:lnTo>
                  <a:pt x="37025" y="519900"/>
                </a:lnTo>
                <a:lnTo>
                  <a:pt x="29956" y="473621"/>
                </a:lnTo>
                <a:lnTo>
                  <a:pt x="23537" y="427130"/>
                </a:lnTo>
                <a:lnTo>
                  <a:pt x="17773" y="380433"/>
                </a:lnTo>
                <a:lnTo>
                  <a:pt x="12670" y="333534"/>
                </a:lnTo>
                <a:lnTo>
                  <a:pt x="8232" y="286439"/>
                </a:lnTo>
                <a:lnTo>
                  <a:pt x="4463" y="239151"/>
                </a:lnTo>
                <a:lnTo>
                  <a:pt x="1369" y="191676"/>
                </a:lnTo>
                <a:lnTo>
                  <a:pt x="0" y="164644"/>
                </a:lnTo>
                <a:close/>
              </a:path>
            </a:pathLst>
          </a:custGeom>
          <a:solidFill>
            <a:srgbClr val="A1B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5D576C4B-DE82-88A2-75E6-78E09C5F8A00}"/>
              </a:ext>
            </a:extLst>
          </p:cNvPr>
          <p:cNvGrpSpPr/>
          <p:nvPr/>
        </p:nvGrpSpPr>
        <p:grpSpPr>
          <a:xfrm>
            <a:off x="282788" y="397087"/>
            <a:ext cx="2003425" cy="2003425"/>
            <a:chOff x="282788" y="397087"/>
            <a:chExt cx="2003425" cy="200342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FB0239-B0D6-E776-EC48-7B32B9E54FF0}"/>
                </a:ext>
              </a:extLst>
            </p:cNvPr>
            <p:cNvSpPr/>
            <p:nvPr/>
          </p:nvSpPr>
          <p:spPr>
            <a:xfrm>
              <a:off x="282788" y="397087"/>
              <a:ext cx="2003425" cy="2003425"/>
            </a:xfrm>
            <a:custGeom>
              <a:avLst/>
              <a:gdLst/>
              <a:ahLst/>
              <a:cxnLst/>
              <a:rect l="l" t="t" r="r" b="b"/>
              <a:pathLst>
                <a:path w="2003425" h="2003425">
                  <a:moveTo>
                    <a:pt x="1001693" y="2003386"/>
                  </a:moveTo>
                  <a:lnTo>
                    <a:pt x="953160" y="2002231"/>
                  </a:lnTo>
                  <a:lnTo>
                    <a:pt x="905223" y="1998800"/>
                  </a:lnTo>
                  <a:lnTo>
                    <a:pt x="857934" y="1993147"/>
                  </a:lnTo>
                  <a:lnTo>
                    <a:pt x="811347" y="1985324"/>
                  </a:lnTo>
                  <a:lnTo>
                    <a:pt x="765514" y="1975382"/>
                  </a:lnTo>
                  <a:lnTo>
                    <a:pt x="720486" y="1963376"/>
                  </a:lnTo>
                  <a:lnTo>
                    <a:pt x="676317" y="1949356"/>
                  </a:lnTo>
                  <a:lnTo>
                    <a:pt x="633059" y="1933376"/>
                  </a:lnTo>
                  <a:lnTo>
                    <a:pt x="590764" y="1915489"/>
                  </a:lnTo>
                  <a:lnTo>
                    <a:pt x="549486" y="1895745"/>
                  </a:lnTo>
                  <a:lnTo>
                    <a:pt x="509275" y="1874199"/>
                  </a:lnTo>
                  <a:lnTo>
                    <a:pt x="470186" y="1850902"/>
                  </a:lnTo>
                  <a:lnTo>
                    <a:pt x="432270" y="1825907"/>
                  </a:lnTo>
                  <a:lnTo>
                    <a:pt x="395579" y="1799267"/>
                  </a:lnTo>
                  <a:lnTo>
                    <a:pt x="360167" y="1771033"/>
                  </a:lnTo>
                  <a:lnTo>
                    <a:pt x="326086" y="1741259"/>
                  </a:lnTo>
                  <a:lnTo>
                    <a:pt x="293388" y="1709997"/>
                  </a:lnTo>
                  <a:lnTo>
                    <a:pt x="262126" y="1677299"/>
                  </a:lnTo>
                  <a:lnTo>
                    <a:pt x="232352" y="1643217"/>
                  </a:lnTo>
                  <a:lnTo>
                    <a:pt x="204118" y="1607805"/>
                  </a:lnTo>
                  <a:lnTo>
                    <a:pt x="177478" y="1571115"/>
                  </a:lnTo>
                  <a:lnTo>
                    <a:pt x="152483" y="1533199"/>
                  </a:lnTo>
                  <a:lnTo>
                    <a:pt x="129186" y="1494110"/>
                  </a:lnTo>
                  <a:lnTo>
                    <a:pt x="107640" y="1453900"/>
                  </a:lnTo>
                  <a:lnTo>
                    <a:pt x="87896" y="1412621"/>
                  </a:lnTo>
                  <a:lnTo>
                    <a:pt x="70009" y="1370326"/>
                  </a:lnTo>
                  <a:lnTo>
                    <a:pt x="54029" y="1327068"/>
                  </a:lnTo>
                  <a:lnTo>
                    <a:pt x="40009" y="1282899"/>
                  </a:lnTo>
                  <a:lnTo>
                    <a:pt x="28003" y="1237872"/>
                  </a:lnTo>
                  <a:lnTo>
                    <a:pt x="18061" y="1192039"/>
                  </a:lnTo>
                  <a:lnTo>
                    <a:pt x="10238" y="1145452"/>
                  </a:lnTo>
                  <a:lnTo>
                    <a:pt x="4585" y="1098164"/>
                  </a:lnTo>
                  <a:lnTo>
                    <a:pt x="1155" y="1050227"/>
                  </a:lnTo>
                  <a:lnTo>
                    <a:pt x="0" y="1001694"/>
                  </a:lnTo>
                  <a:lnTo>
                    <a:pt x="1155" y="953161"/>
                  </a:lnTo>
                  <a:lnTo>
                    <a:pt x="4585" y="905224"/>
                  </a:lnTo>
                  <a:lnTo>
                    <a:pt x="10238" y="857936"/>
                  </a:lnTo>
                  <a:lnTo>
                    <a:pt x="18061" y="811349"/>
                  </a:lnTo>
                  <a:lnTo>
                    <a:pt x="28003" y="765515"/>
                  </a:lnTo>
                  <a:lnTo>
                    <a:pt x="40009" y="720487"/>
                  </a:lnTo>
                  <a:lnTo>
                    <a:pt x="54029" y="676318"/>
                  </a:lnTo>
                  <a:lnTo>
                    <a:pt x="70009" y="633060"/>
                  </a:lnTo>
                  <a:lnTo>
                    <a:pt x="87896" y="590766"/>
                  </a:lnTo>
                  <a:lnTo>
                    <a:pt x="107640" y="549487"/>
                  </a:lnTo>
                  <a:lnTo>
                    <a:pt x="129186" y="509276"/>
                  </a:lnTo>
                  <a:lnTo>
                    <a:pt x="152483" y="470187"/>
                  </a:lnTo>
                  <a:lnTo>
                    <a:pt x="177478" y="432271"/>
                  </a:lnTo>
                  <a:lnTo>
                    <a:pt x="204118" y="395580"/>
                  </a:lnTo>
                  <a:lnTo>
                    <a:pt x="232352" y="360168"/>
                  </a:lnTo>
                  <a:lnTo>
                    <a:pt x="262126" y="326087"/>
                  </a:lnTo>
                  <a:lnTo>
                    <a:pt x="293388" y="293389"/>
                  </a:lnTo>
                  <a:lnTo>
                    <a:pt x="326086" y="262127"/>
                  </a:lnTo>
                  <a:lnTo>
                    <a:pt x="360167" y="232352"/>
                  </a:lnTo>
                  <a:lnTo>
                    <a:pt x="395579" y="204119"/>
                  </a:lnTo>
                  <a:lnTo>
                    <a:pt x="432270" y="177478"/>
                  </a:lnTo>
                  <a:lnTo>
                    <a:pt x="470186" y="152483"/>
                  </a:lnTo>
                  <a:lnTo>
                    <a:pt x="509275" y="129186"/>
                  </a:lnTo>
                  <a:lnTo>
                    <a:pt x="549486" y="107640"/>
                  </a:lnTo>
                  <a:lnTo>
                    <a:pt x="590764" y="87897"/>
                  </a:lnTo>
                  <a:lnTo>
                    <a:pt x="633059" y="70009"/>
                  </a:lnTo>
                  <a:lnTo>
                    <a:pt x="676317" y="54029"/>
                  </a:lnTo>
                  <a:lnTo>
                    <a:pt x="720486" y="40009"/>
                  </a:lnTo>
                  <a:lnTo>
                    <a:pt x="765514" y="28003"/>
                  </a:lnTo>
                  <a:lnTo>
                    <a:pt x="811347" y="18062"/>
                  </a:lnTo>
                  <a:lnTo>
                    <a:pt x="857934" y="10238"/>
                  </a:lnTo>
                  <a:lnTo>
                    <a:pt x="905223" y="4585"/>
                  </a:lnTo>
                  <a:lnTo>
                    <a:pt x="953160" y="1155"/>
                  </a:lnTo>
                  <a:lnTo>
                    <a:pt x="1001693" y="0"/>
                  </a:lnTo>
                  <a:lnTo>
                    <a:pt x="1050225" y="1155"/>
                  </a:lnTo>
                  <a:lnTo>
                    <a:pt x="1098162" y="4585"/>
                  </a:lnTo>
                  <a:lnTo>
                    <a:pt x="1145450" y="10238"/>
                  </a:lnTo>
                  <a:lnTo>
                    <a:pt x="1192037" y="18062"/>
                  </a:lnTo>
                  <a:lnTo>
                    <a:pt x="1237871" y="28003"/>
                  </a:lnTo>
                  <a:lnTo>
                    <a:pt x="1282898" y="40009"/>
                  </a:lnTo>
                  <a:lnTo>
                    <a:pt x="1327067" y="54029"/>
                  </a:lnTo>
                  <a:lnTo>
                    <a:pt x="1370325" y="70009"/>
                  </a:lnTo>
                  <a:lnTo>
                    <a:pt x="1412619" y="87897"/>
                  </a:lnTo>
                  <a:lnTo>
                    <a:pt x="1453898" y="107640"/>
                  </a:lnTo>
                  <a:lnTo>
                    <a:pt x="1494108" y="129186"/>
                  </a:lnTo>
                  <a:lnTo>
                    <a:pt x="1533198" y="152483"/>
                  </a:lnTo>
                  <a:lnTo>
                    <a:pt x="1571114" y="177478"/>
                  </a:lnTo>
                  <a:lnTo>
                    <a:pt x="1607804" y="204119"/>
                  </a:lnTo>
                  <a:lnTo>
                    <a:pt x="1643216" y="232352"/>
                  </a:lnTo>
                  <a:lnTo>
                    <a:pt x="1677297" y="262127"/>
                  </a:lnTo>
                  <a:lnTo>
                    <a:pt x="1709995" y="293389"/>
                  </a:lnTo>
                  <a:lnTo>
                    <a:pt x="1741258" y="326087"/>
                  </a:lnTo>
                  <a:lnTo>
                    <a:pt x="1771032" y="360168"/>
                  </a:lnTo>
                  <a:lnTo>
                    <a:pt x="1799265" y="395580"/>
                  </a:lnTo>
                  <a:lnTo>
                    <a:pt x="1825906" y="432271"/>
                  </a:lnTo>
                  <a:lnTo>
                    <a:pt x="1850901" y="470187"/>
                  </a:lnTo>
                  <a:lnTo>
                    <a:pt x="1874197" y="509276"/>
                  </a:lnTo>
                  <a:lnTo>
                    <a:pt x="1895744" y="549487"/>
                  </a:lnTo>
                  <a:lnTo>
                    <a:pt x="1915487" y="590766"/>
                  </a:lnTo>
                  <a:lnTo>
                    <a:pt x="1933375" y="633060"/>
                  </a:lnTo>
                  <a:lnTo>
                    <a:pt x="1949355" y="676318"/>
                  </a:lnTo>
                  <a:lnTo>
                    <a:pt x="1963374" y="720487"/>
                  </a:lnTo>
                  <a:lnTo>
                    <a:pt x="1975381" y="765515"/>
                  </a:lnTo>
                  <a:lnTo>
                    <a:pt x="1985322" y="811349"/>
                  </a:lnTo>
                  <a:lnTo>
                    <a:pt x="1993146" y="857936"/>
                  </a:lnTo>
                  <a:lnTo>
                    <a:pt x="1998799" y="905224"/>
                  </a:lnTo>
                  <a:lnTo>
                    <a:pt x="2002229" y="953161"/>
                  </a:lnTo>
                  <a:lnTo>
                    <a:pt x="2003384" y="1001694"/>
                  </a:lnTo>
                  <a:lnTo>
                    <a:pt x="2002229" y="1050227"/>
                  </a:lnTo>
                  <a:lnTo>
                    <a:pt x="1998799" y="1098164"/>
                  </a:lnTo>
                  <a:lnTo>
                    <a:pt x="1993146" y="1145452"/>
                  </a:lnTo>
                  <a:lnTo>
                    <a:pt x="1985322" y="1192039"/>
                  </a:lnTo>
                  <a:lnTo>
                    <a:pt x="1975381" y="1237872"/>
                  </a:lnTo>
                  <a:lnTo>
                    <a:pt x="1963374" y="1282899"/>
                  </a:lnTo>
                  <a:lnTo>
                    <a:pt x="1949355" y="1327068"/>
                  </a:lnTo>
                  <a:lnTo>
                    <a:pt x="1933375" y="1370326"/>
                  </a:lnTo>
                  <a:lnTo>
                    <a:pt x="1915487" y="1412621"/>
                  </a:lnTo>
                  <a:lnTo>
                    <a:pt x="1895744" y="1453900"/>
                  </a:lnTo>
                  <a:lnTo>
                    <a:pt x="1874197" y="1494110"/>
                  </a:lnTo>
                  <a:lnTo>
                    <a:pt x="1850901" y="1533199"/>
                  </a:lnTo>
                  <a:lnTo>
                    <a:pt x="1825906" y="1571115"/>
                  </a:lnTo>
                  <a:lnTo>
                    <a:pt x="1799265" y="1607805"/>
                  </a:lnTo>
                  <a:lnTo>
                    <a:pt x="1771032" y="1643217"/>
                  </a:lnTo>
                  <a:lnTo>
                    <a:pt x="1741258" y="1677299"/>
                  </a:lnTo>
                  <a:lnTo>
                    <a:pt x="1709995" y="1709997"/>
                  </a:lnTo>
                  <a:lnTo>
                    <a:pt x="1677297" y="1741259"/>
                  </a:lnTo>
                  <a:lnTo>
                    <a:pt x="1643216" y="1771033"/>
                  </a:lnTo>
                  <a:lnTo>
                    <a:pt x="1607804" y="1799267"/>
                  </a:lnTo>
                  <a:lnTo>
                    <a:pt x="1571114" y="1825907"/>
                  </a:lnTo>
                  <a:lnTo>
                    <a:pt x="1533198" y="1850902"/>
                  </a:lnTo>
                  <a:lnTo>
                    <a:pt x="1494108" y="1874199"/>
                  </a:lnTo>
                  <a:lnTo>
                    <a:pt x="1453898" y="1895745"/>
                  </a:lnTo>
                  <a:lnTo>
                    <a:pt x="1412619" y="1915489"/>
                  </a:lnTo>
                  <a:lnTo>
                    <a:pt x="1370325" y="1933376"/>
                  </a:lnTo>
                  <a:lnTo>
                    <a:pt x="1327067" y="1949356"/>
                  </a:lnTo>
                  <a:lnTo>
                    <a:pt x="1282898" y="1963376"/>
                  </a:lnTo>
                  <a:lnTo>
                    <a:pt x="1237871" y="1975382"/>
                  </a:lnTo>
                  <a:lnTo>
                    <a:pt x="1192037" y="1985324"/>
                  </a:lnTo>
                  <a:lnTo>
                    <a:pt x="1145450" y="1993147"/>
                  </a:lnTo>
                  <a:lnTo>
                    <a:pt x="1098162" y="1998800"/>
                  </a:lnTo>
                  <a:lnTo>
                    <a:pt x="1050225" y="2002231"/>
                  </a:lnTo>
                  <a:lnTo>
                    <a:pt x="1001693" y="2003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1228568-D6B4-65D9-B385-073A3E0E18D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750" y="551986"/>
              <a:ext cx="1695385" cy="1695385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E171ACC9-9BD7-44BE-10B9-FB1738DCA9EF}"/>
              </a:ext>
            </a:extLst>
          </p:cNvPr>
          <p:cNvSpPr txBox="1"/>
          <p:nvPr/>
        </p:nvSpPr>
        <p:spPr>
          <a:xfrm>
            <a:off x="4171499" y="1051209"/>
            <a:ext cx="586740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b="1" spc="265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Kabel Jumper</a:t>
            </a:r>
            <a:endParaRPr lang="en-US" sz="5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8808096-B304-F327-17CB-0495A74641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4076" y="1007666"/>
            <a:ext cx="860848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0</a:t>
            </a:r>
            <a:r>
              <a:rPr lang="en-US"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7</a:t>
            </a:r>
            <a:endParaRPr sz="5000" spc="315" dirty="0">
              <a:latin typeface="STHupo" panose="02010800040101010101" pitchFamily="2" charset="-122"/>
              <a:ea typeface="STHupo" panose="02010800040101010101" pitchFamily="2" charset="-122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8788F4B-749A-BDE6-1319-F7B9A0E825DA}"/>
              </a:ext>
            </a:extLst>
          </p:cNvPr>
          <p:cNvSpPr txBox="1"/>
          <p:nvPr/>
        </p:nvSpPr>
        <p:spPr>
          <a:xfrm>
            <a:off x="11715299" y="3074302"/>
            <a:ext cx="3657600" cy="1052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sz="500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AFB9EA-7FE0-4479-2449-EF35FC2D2A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0" r="25539"/>
          <a:stretch>
            <a:fillRect/>
          </a:stretch>
        </p:blipFill>
        <p:spPr bwMode="auto">
          <a:xfrm rot="5400000">
            <a:off x="2431033" y="1786641"/>
            <a:ext cx="1653034" cy="46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C1795D7-BD24-ED60-60F0-AE2F5E1881B1}"/>
              </a:ext>
            </a:extLst>
          </p:cNvPr>
          <p:cNvSpPr txBox="1"/>
          <p:nvPr/>
        </p:nvSpPr>
        <p:spPr>
          <a:xfrm>
            <a:off x="6572702" y="3198200"/>
            <a:ext cx="996269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500" spc="11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Kabel jumper</a:t>
            </a:r>
            <a:r>
              <a:rPr lang="en-ID" sz="3500" spc="-12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9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digunakan</a:t>
            </a:r>
            <a:r>
              <a:rPr lang="en-ID" sz="3500" spc="19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8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untuk</a:t>
            </a:r>
            <a:r>
              <a:rPr lang="en-ID" sz="3500" spc="-12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23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menghubungkan</a:t>
            </a:r>
            <a:r>
              <a:rPr lang="en-ID" sz="350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9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antar</a:t>
            </a:r>
            <a:r>
              <a:rPr lang="en-ID" sz="3500" spc="-13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27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komponen</a:t>
            </a:r>
            <a:r>
              <a:rPr lang="en-ID" sz="3500" spc="-12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95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elektronik</a:t>
            </a:r>
            <a:r>
              <a:rPr lang="en-ID" sz="3500" spc="9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22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pada</a:t>
            </a:r>
            <a:r>
              <a:rPr lang="en-ID" sz="3500" spc="-114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75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breadboard</a:t>
            </a:r>
            <a:r>
              <a:rPr lang="en-ID" sz="3500" spc="-11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3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atau</a:t>
            </a:r>
            <a:r>
              <a:rPr lang="en-ID" sz="3500" spc="13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2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mikrokontroler</a:t>
            </a:r>
            <a:r>
              <a:rPr lang="en-ID" sz="3500" spc="-114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7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tanpa</a:t>
            </a:r>
            <a:r>
              <a:rPr lang="en-ID" sz="3500" spc="-11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11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perlu</a:t>
            </a:r>
            <a:r>
              <a:rPr lang="en-ID" sz="3500" spc="11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 </a:t>
            </a:r>
            <a:r>
              <a:rPr lang="en-ID" sz="3500" spc="80" dirty="0" err="1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disolder</a:t>
            </a:r>
            <a:r>
              <a:rPr lang="en-ID" sz="3500" spc="80" dirty="0">
                <a:solidFill>
                  <a:srgbClr val="452981"/>
                </a:solidFill>
                <a:latin typeface="Bell MT" panose="02020503060305020303" pitchFamily="18" charset="0"/>
                <a:cs typeface="Trebuchet MS"/>
              </a:rPr>
              <a:t>.</a:t>
            </a:r>
            <a:endParaRPr lang="en-ID" sz="35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68E0594-6D57-CCB3-C2C3-1575525EBD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76" y="9088683"/>
            <a:ext cx="646331" cy="64633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C647CCC-E1D6-F19D-1ED4-B903DD2083C8}"/>
              </a:ext>
            </a:extLst>
          </p:cNvPr>
          <p:cNvSpPr txBox="1"/>
          <p:nvPr/>
        </p:nvSpPr>
        <p:spPr>
          <a:xfrm>
            <a:off x="1628775" y="9088682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POLITEKNIK NEGERI INDRAMAYU</a:t>
            </a:r>
          </a:p>
          <a:p>
            <a:pPr algn="just"/>
            <a:r>
              <a:rPr lang="en-US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 TEKNIK INFORMATIKA</a:t>
            </a:r>
            <a:endParaRPr lang="en-ID" sz="1800" b="1" dirty="0">
              <a:solidFill>
                <a:srgbClr val="4529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901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39244-7863-F0AA-9244-570F78209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5DA14E9-19D2-B2B5-67E5-A5F6E9BBF1C4}"/>
              </a:ext>
            </a:extLst>
          </p:cNvPr>
          <p:cNvSpPr/>
          <p:nvPr/>
        </p:nvSpPr>
        <p:spPr>
          <a:xfrm>
            <a:off x="0" y="7029449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3257550" y="3092897"/>
                </a:moveTo>
                <a:lnTo>
                  <a:pt x="3257550" y="3257550"/>
                </a:lnTo>
                <a:lnTo>
                  <a:pt x="2286507" y="3257550"/>
                </a:lnTo>
                <a:lnTo>
                  <a:pt x="2286003" y="3209141"/>
                </a:lnTo>
                <a:lnTo>
                  <a:pt x="2284499" y="3160976"/>
                </a:lnTo>
                <a:lnTo>
                  <a:pt x="2282004" y="3113064"/>
                </a:lnTo>
                <a:lnTo>
                  <a:pt x="2278528" y="3065416"/>
                </a:lnTo>
                <a:lnTo>
                  <a:pt x="2274082" y="3018041"/>
                </a:lnTo>
                <a:lnTo>
                  <a:pt x="2268674" y="2970950"/>
                </a:lnTo>
                <a:lnTo>
                  <a:pt x="2262316" y="2924152"/>
                </a:lnTo>
                <a:lnTo>
                  <a:pt x="2255016" y="2877658"/>
                </a:lnTo>
                <a:lnTo>
                  <a:pt x="2246786" y="2831477"/>
                </a:lnTo>
                <a:lnTo>
                  <a:pt x="2237635" y="2785619"/>
                </a:lnTo>
                <a:lnTo>
                  <a:pt x="2227573" y="2740094"/>
                </a:lnTo>
                <a:lnTo>
                  <a:pt x="2216609" y="2694913"/>
                </a:lnTo>
                <a:lnTo>
                  <a:pt x="2204755" y="2650085"/>
                </a:lnTo>
                <a:lnTo>
                  <a:pt x="2192019" y="2605620"/>
                </a:lnTo>
                <a:lnTo>
                  <a:pt x="2178413" y="2561528"/>
                </a:lnTo>
                <a:lnTo>
                  <a:pt x="2163945" y="2517819"/>
                </a:lnTo>
                <a:lnTo>
                  <a:pt x="2148625" y="2474503"/>
                </a:lnTo>
                <a:lnTo>
                  <a:pt x="2132465" y="2431590"/>
                </a:lnTo>
                <a:lnTo>
                  <a:pt x="2115473" y="2389091"/>
                </a:lnTo>
                <a:lnTo>
                  <a:pt x="2097660" y="2347014"/>
                </a:lnTo>
                <a:lnTo>
                  <a:pt x="2079035" y="2305370"/>
                </a:lnTo>
                <a:lnTo>
                  <a:pt x="2059609" y="2264168"/>
                </a:lnTo>
                <a:lnTo>
                  <a:pt x="2039391" y="2223420"/>
                </a:lnTo>
                <a:lnTo>
                  <a:pt x="2018392" y="2183134"/>
                </a:lnTo>
                <a:lnTo>
                  <a:pt x="1996621" y="2143321"/>
                </a:lnTo>
                <a:lnTo>
                  <a:pt x="1974089" y="2103991"/>
                </a:lnTo>
                <a:lnTo>
                  <a:pt x="1950805" y="2065153"/>
                </a:lnTo>
                <a:lnTo>
                  <a:pt x="1926780" y="2026818"/>
                </a:lnTo>
                <a:lnTo>
                  <a:pt x="1902022" y="1988996"/>
                </a:lnTo>
                <a:lnTo>
                  <a:pt x="1876543" y="1951696"/>
                </a:lnTo>
                <a:lnTo>
                  <a:pt x="1850352" y="1914929"/>
                </a:lnTo>
                <a:lnTo>
                  <a:pt x="1823459" y="1878704"/>
                </a:lnTo>
                <a:lnTo>
                  <a:pt x="1795875" y="1843031"/>
                </a:lnTo>
                <a:lnTo>
                  <a:pt x="1767608" y="1807921"/>
                </a:lnTo>
                <a:lnTo>
                  <a:pt x="1738670" y="1773383"/>
                </a:lnTo>
                <a:lnTo>
                  <a:pt x="1709069" y="1739428"/>
                </a:lnTo>
                <a:lnTo>
                  <a:pt x="1678816" y="1706064"/>
                </a:lnTo>
                <a:lnTo>
                  <a:pt x="1647922" y="1673303"/>
                </a:lnTo>
                <a:lnTo>
                  <a:pt x="1616395" y="1641154"/>
                </a:lnTo>
                <a:lnTo>
                  <a:pt x="1584246" y="1609628"/>
                </a:lnTo>
                <a:lnTo>
                  <a:pt x="1551485" y="1578733"/>
                </a:lnTo>
                <a:lnTo>
                  <a:pt x="1518122" y="1548480"/>
                </a:lnTo>
                <a:lnTo>
                  <a:pt x="1484166" y="1518880"/>
                </a:lnTo>
                <a:lnTo>
                  <a:pt x="1449629" y="1489941"/>
                </a:lnTo>
                <a:lnTo>
                  <a:pt x="1414518" y="1461675"/>
                </a:lnTo>
                <a:lnTo>
                  <a:pt x="1378846" y="1434090"/>
                </a:lnTo>
                <a:lnTo>
                  <a:pt x="1342621" y="1407197"/>
                </a:lnTo>
                <a:lnTo>
                  <a:pt x="1305853" y="1381006"/>
                </a:lnTo>
                <a:lnTo>
                  <a:pt x="1268553" y="1355527"/>
                </a:lnTo>
                <a:lnTo>
                  <a:pt x="1230731" y="1330770"/>
                </a:lnTo>
                <a:lnTo>
                  <a:pt x="1192396" y="1306744"/>
                </a:lnTo>
                <a:lnTo>
                  <a:pt x="1153558" y="1283460"/>
                </a:lnTo>
                <a:lnTo>
                  <a:pt x="1114228" y="1260928"/>
                </a:lnTo>
                <a:lnTo>
                  <a:pt x="1074415" y="1239157"/>
                </a:lnTo>
                <a:lnTo>
                  <a:pt x="1034130" y="1218158"/>
                </a:lnTo>
                <a:lnTo>
                  <a:pt x="993381" y="1197940"/>
                </a:lnTo>
                <a:lnTo>
                  <a:pt x="952180" y="1178514"/>
                </a:lnTo>
                <a:lnTo>
                  <a:pt x="910536" y="1159890"/>
                </a:lnTo>
                <a:lnTo>
                  <a:pt x="868459" y="1142076"/>
                </a:lnTo>
                <a:lnTo>
                  <a:pt x="825959" y="1125085"/>
                </a:lnTo>
                <a:lnTo>
                  <a:pt x="783046" y="1108924"/>
                </a:lnTo>
                <a:lnTo>
                  <a:pt x="739730" y="1093605"/>
                </a:lnTo>
                <a:lnTo>
                  <a:pt x="696022" y="1079137"/>
                </a:lnTo>
                <a:lnTo>
                  <a:pt x="651930" y="1065530"/>
                </a:lnTo>
                <a:lnTo>
                  <a:pt x="607465" y="1052794"/>
                </a:lnTo>
                <a:lnTo>
                  <a:pt x="562637" y="1040940"/>
                </a:lnTo>
                <a:lnTo>
                  <a:pt x="517455" y="1029977"/>
                </a:lnTo>
                <a:lnTo>
                  <a:pt x="471931" y="1019914"/>
                </a:lnTo>
                <a:lnTo>
                  <a:pt x="426073" y="1010763"/>
                </a:lnTo>
                <a:lnTo>
                  <a:pt x="380433" y="1002629"/>
                </a:lnTo>
                <a:lnTo>
                  <a:pt x="333534" y="995255"/>
                </a:lnTo>
                <a:lnTo>
                  <a:pt x="286599" y="988875"/>
                </a:lnTo>
                <a:lnTo>
                  <a:pt x="239508" y="983468"/>
                </a:lnTo>
                <a:lnTo>
                  <a:pt x="192134" y="979021"/>
                </a:lnTo>
                <a:lnTo>
                  <a:pt x="144485" y="975545"/>
                </a:lnTo>
                <a:lnTo>
                  <a:pt x="96574" y="973050"/>
                </a:lnTo>
                <a:lnTo>
                  <a:pt x="48408" y="971546"/>
                </a:lnTo>
                <a:lnTo>
                  <a:pt x="0" y="971042"/>
                </a:lnTo>
                <a:lnTo>
                  <a:pt x="0" y="0"/>
                </a:lnTo>
                <a:lnTo>
                  <a:pt x="164648" y="0"/>
                </a:lnTo>
                <a:lnTo>
                  <a:pt x="191676" y="1369"/>
                </a:lnTo>
                <a:lnTo>
                  <a:pt x="239151" y="4463"/>
                </a:lnTo>
                <a:lnTo>
                  <a:pt x="286439" y="8232"/>
                </a:lnTo>
                <a:lnTo>
                  <a:pt x="333397" y="12657"/>
                </a:lnTo>
                <a:lnTo>
                  <a:pt x="379892" y="17714"/>
                </a:lnTo>
                <a:lnTo>
                  <a:pt x="427130" y="23537"/>
                </a:lnTo>
                <a:lnTo>
                  <a:pt x="473621" y="29955"/>
                </a:lnTo>
                <a:lnTo>
                  <a:pt x="519900" y="37025"/>
                </a:lnTo>
                <a:lnTo>
                  <a:pt x="565964" y="44740"/>
                </a:lnTo>
                <a:lnTo>
                  <a:pt x="611807" y="53096"/>
                </a:lnTo>
                <a:lnTo>
                  <a:pt x="657424" y="62089"/>
                </a:lnTo>
                <a:lnTo>
                  <a:pt x="702811" y="71713"/>
                </a:lnTo>
                <a:lnTo>
                  <a:pt x="747964" y="81964"/>
                </a:lnTo>
                <a:lnTo>
                  <a:pt x="792876" y="92836"/>
                </a:lnTo>
                <a:lnTo>
                  <a:pt x="837544" y="104326"/>
                </a:lnTo>
                <a:lnTo>
                  <a:pt x="881962" y="116428"/>
                </a:lnTo>
                <a:lnTo>
                  <a:pt x="926126" y="129138"/>
                </a:lnTo>
                <a:lnTo>
                  <a:pt x="970031" y="142451"/>
                </a:lnTo>
                <a:lnTo>
                  <a:pt x="1013673" y="156362"/>
                </a:lnTo>
                <a:lnTo>
                  <a:pt x="1057046" y="170866"/>
                </a:lnTo>
                <a:lnTo>
                  <a:pt x="1100146" y="185958"/>
                </a:lnTo>
                <a:lnTo>
                  <a:pt x="1142968" y="201635"/>
                </a:lnTo>
                <a:lnTo>
                  <a:pt x="1185507" y="217890"/>
                </a:lnTo>
                <a:lnTo>
                  <a:pt x="1227758" y="234719"/>
                </a:lnTo>
                <a:lnTo>
                  <a:pt x="1269717" y="252118"/>
                </a:lnTo>
                <a:lnTo>
                  <a:pt x="1311379" y="270082"/>
                </a:lnTo>
                <a:lnTo>
                  <a:pt x="1352739" y="288605"/>
                </a:lnTo>
                <a:lnTo>
                  <a:pt x="1393792" y="307683"/>
                </a:lnTo>
                <a:lnTo>
                  <a:pt x="1434534" y="327312"/>
                </a:lnTo>
                <a:lnTo>
                  <a:pt x="1474960" y="347486"/>
                </a:lnTo>
                <a:lnTo>
                  <a:pt x="1515064" y="368201"/>
                </a:lnTo>
                <a:lnTo>
                  <a:pt x="1554843" y="389452"/>
                </a:lnTo>
                <a:lnTo>
                  <a:pt x="1594291" y="411234"/>
                </a:lnTo>
                <a:lnTo>
                  <a:pt x="1633404" y="433543"/>
                </a:lnTo>
                <a:lnTo>
                  <a:pt x="1672177" y="456373"/>
                </a:lnTo>
                <a:lnTo>
                  <a:pt x="1710605" y="479720"/>
                </a:lnTo>
                <a:lnTo>
                  <a:pt x="1748683" y="503579"/>
                </a:lnTo>
                <a:lnTo>
                  <a:pt x="1786407" y="527945"/>
                </a:lnTo>
                <a:lnTo>
                  <a:pt x="1823771" y="552814"/>
                </a:lnTo>
                <a:lnTo>
                  <a:pt x="1860772" y="578181"/>
                </a:lnTo>
                <a:lnTo>
                  <a:pt x="1897403" y="604040"/>
                </a:lnTo>
                <a:lnTo>
                  <a:pt x="1933662" y="630388"/>
                </a:lnTo>
                <a:lnTo>
                  <a:pt x="1969541" y="657220"/>
                </a:lnTo>
                <a:lnTo>
                  <a:pt x="2005038" y="684530"/>
                </a:lnTo>
                <a:lnTo>
                  <a:pt x="2040147" y="712313"/>
                </a:lnTo>
                <a:lnTo>
                  <a:pt x="2074863" y="740566"/>
                </a:lnTo>
                <a:lnTo>
                  <a:pt x="2109182" y="769283"/>
                </a:lnTo>
                <a:lnTo>
                  <a:pt x="2143098" y="798460"/>
                </a:lnTo>
                <a:lnTo>
                  <a:pt x="2176607" y="828092"/>
                </a:lnTo>
                <a:lnTo>
                  <a:pt x="2209705" y="858173"/>
                </a:lnTo>
                <a:lnTo>
                  <a:pt x="2242386" y="888700"/>
                </a:lnTo>
                <a:lnTo>
                  <a:pt x="2274646" y="919667"/>
                </a:lnTo>
                <a:lnTo>
                  <a:pt x="2306480" y="951070"/>
                </a:lnTo>
                <a:lnTo>
                  <a:pt x="2337882" y="982903"/>
                </a:lnTo>
                <a:lnTo>
                  <a:pt x="2368850" y="1015163"/>
                </a:lnTo>
                <a:lnTo>
                  <a:pt x="2399376" y="1047844"/>
                </a:lnTo>
                <a:lnTo>
                  <a:pt x="2429458" y="1080942"/>
                </a:lnTo>
                <a:lnTo>
                  <a:pt x="2459089" y="1114451"/>
                </a:lnTo>
                <a:lnTo>
                  <a:pt x="2488266" y="1148368"/>
                </a:lnTo>
                <a:lnTo>
                  <a:pt x="2516983" y="1182687"/>
                </a:lnTo>
                <a:lnTo>
                  <a:pt x="2545236" y="1217403"/>
                </a:lnTo>
                <a:lnTo>
                  <a:pt x="2573020" y="1252511"/>
                </a:lnTo>
                <a:lnTo>
                  <a:pt x="2600330" y="1288008"/>
                </a:lnTo>
                <a:lnTo>
                  <a:pt x="2627161" y="1323888"/>
                </a:lnTo>
                <a:lnTo>
                  <a:pt x="2653509" y="1360146"/>
                </a:lnTo>
                <a:lnTo>
                  <a:pt x="2679369" y="1396778"/>
                </a:lnTo>
                <a:lnTo>
                  <a:pt x="2704735" y="1433778"/>
                </a:lnTo>
                <a:lnTo>
                  <a:pt x="2729604" y="1471143"/>
                </a:lnTo>
                <a:lnTo>
                  <a:pt x="2753971" y="1508866"/>
                </a:lnTo>
                <a:lnTo>
                  <a:pt x="2777830" y="1546945"/>
                </a:lnTo>
                <a:lnTo>
                  <a:pt x="2801177" y="1585372"/>
                </a:lnTo>
                <a:lnTo>
                  <a:pt x="2824007" y="1624145"/>
                </a:lnTo>
                <a:lnTo>
                  <a:pt x="2846315" y="1663258"/>
                </a:lnTo>
                <a:lnTo>
                  <a:pt x="2868097" y="1702706"/>
                </a:lnTo>
                <a:lnTo>
                  <a:pt x="2889348" y="1742485"/>
                </a:lnTo>
                <a:lnTo>
                  <a:pt x="2910063" y="1782590"/>
                </a:lnTo>
                <a:lnTo>
                  <a:pt x="2930237" y="1823015"/>
                </a:lnTo>
                <a:lnTo>
                  <a:pt x="2949866" y="1863757"/>
                </a:lnTo>
                <a:lnTo>
                  <a:pt x="2968944" y="1904810"/>
                </a:lnTo>
                <a:lnTo>
                  <a:pt x="2987468" y="1946170"/>
                </a:lnTo>
                <a:lnTo>
                  <a:pt x="3005431" y="1987832"/>
                </a:lnTo>
                <a:lnTo>
                  <a:pt x="3022830" y="2029791"/>
                </a:lnTo>
                <a:lnTo>
                  <a:pt x="3039660" y="2072043"/>
                </a:lnTo>
                <a:lnTo>
                  <a:pt x="3055915" y="2114582"/>
                </a:lnTo>
                <a:lnTo>
                  <a:pt x="3071591" y="2157404"/>
                </a:lnTo>
                <a:lnTo>
                  <a:pt x="3086684" y="2200503"/>
                </a:lnTo>
                <a:lnTo>
                  <a:pt x="3101188" y="2243877"/>
                </a:lnTo>
                <a:lnTo>
                  <a:pt x="3115098" y="2287518"/>
                </a:lnTo>
                <a:lnTo>
                  <a:pt x="3128411" y="2331423"/>
                </a:lnTo>
                <a:lnTo>
                  <a:pt x="3141121" y="2375588"/>
                </a:lnTo>
                <a:lnTo>
                  <a:pt x="3153223" y="2420006"/>
                </a:lnTo>
                <a:lnTo>
                  <a:pt x="3164713" y="2464674"/>
                </a:lnTo>
                <a:lnTo>
                  <a:pt x="3175586" y="2509586"/>
                </a:lnTo>
                <a:lnTo>
                  <a:pt x="3185837" y="2554738"/>
                </a:lnTo>
                <a:lnTo>
                  <a:pt x="3195461" y="2600125"/>
                </a:lnTo>
                <a:lnTo>
                  <a:pt x="3204453" y="2645743"/>
                </a:lnTo>
                <a:lnTo>
                  <a:pt x="3212809" y="2691586"/>
                </a:lnTo>
                <a:lnTo>
                  <a:pt x="3220525" y="2737649"/>
                </a:lnTo>
                <a:lnTo>
                  <a:pt x="3227594" y="2783929"/>
                </a:lnTo>
                <a:lnTo>
                  <a:pt x="3234013" y="2830419"/>
                </a:lnTo>
                <a:lnTo>
                  <a:pt x="3239776" y="2877117"/>
                </a:lnTo>
                <a:lnTo>
                  <a:pt x="3244879" y="2924015"/>
                </a:lnTo>
                <a:lnTo>
                  <a:pt x="3249318" y="2971111"/>
                </a:lnTo>
                <a:lnTo>
                  <a:pt x="3253086" y="3018398"/>
                </a:lnTo>
                <a:lnTo>
                  <a:pt x="3256180" y="3065873"/>
                </a:lnTo>
                <a:lnTo>
                  <a:pt x="3257550" y="3092897"/>
                </a:lnTo>
                <a:close/>
              </a:path>
            </a:pathLst>
          </a:custGeom>
          <a:solidFill>
            <a:srgbClr val="FFB4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992E693-D15D-8651-570A-646F072006C6}"/>
              </a:ext>
            </a:extLst>
          </p:cNvPr>
          <p:cNvSpPr/>
          <p:nvPr/>
        </p:nvSpPr>
        <p:spPr>
          <a:xfrm>
            <a:off x="15030450" y="-1"/>
            <a:ext cx="3257550" cy="3257550"/>
          </a:xfrm>
          <a:custGeom>
            <a:avLst/>
            <a:gdLst/>
            <a:ahLst/>
            <a:cxnLst/>
            <a:rect l="l" t="t" r="r" b="b"/>
            <a:pathLst>
              <a:path w="3257550" h="3257550">
                <a:moveTo>
                  <a:pt x="0" y="164644"/>
                </a:moveTo>
                <a:lnTo>
                  <a:pt x="0" y="0"/>
                </a:lnTo>
                <a:lnTo>
                  <a:pt x="971043" y="0"/>
                </a:lnTo>
                <a:lnTo>
                  <a:pt x="971546" y="48408"/>
                </a:lnTo>
                <a:lnTo>
                  <a:pt x="973051" y="96574"/>
                </a:lnTo>
                <a:lnTo>
                  <a:pt x="975546" y="144485"/>
                </a:lnTo>
                <a:lnTo>
                  <a:pt x="979021" y="192134"/>
                </a:lnTo>
                <a:lnTo>
                  <a:pt x="983468" y="239508"/>
                </a:lnTo>
                <a:lnTo>
                  <a:pt x="988876" y="286599"/>
                </a:lnTo>
                <a:lnTo>
                  <a:pt x="995234" y="333397"/>
                </a:lnTo>
                <a:lnTo>
                  <a:pt x="1002533" y="379892"/>
                </a:lnTo>
                <a:lnTo>
                  <a:pt x="1010763" y="426073"/>
                </a:lnTo>
                <a:lnTo>
                  <a:pt x="1019915" y="471931"/>
                </a:lnTo>
                <a:lnTo>
                  <a:pt x="1029977" y="517455"/>
                </a:lnTo>
                <a:lnTo>
                  <a:pt x="1040940" y="562637"/>
                </a:lnTo>
                <a:lnTo>
                  <a:pt x="1052795" y="607465"/>
                </a:lnTo>
                <a:lnTo>
                  <a:pt x="1065530" y="651930"/>
                </a:lnTo>
                <a:lnTo>
                  <a:pt x="1079137" y="696022"/>
                </a:lnTo>
                <a:lnTo>
                  <a:pt x="1093605" y="739730"/>
                </a:lnTo>
                <a:lnTo>
                  <a:pt x="1108924" y="783046"/>
                </a:lnTo>
                <a:lnTo>
                  <a:pt x="1125085" y="825959"/>
                </a:lnTo>
                <a:lnTo>
                  <a:pt x="1142077" y="868459"/>
                </a:lnTo>
                <a:lnTo>
                  <a:pt x="1159890" y="910536"/>
                </a:lnTo>
                <a:lnTo>
                  <a:pt x="1178515" y="952180"/>
                </a:lnTo>
                <a:lnTo>
                  <a:pt x="1197941" y="993381"/>
                </a:lnTo>
                <a:lnTo>
                  <a:pt x="1218158" y="1034130"/>
                </a:lnTo>
                <a:lnTo>
                  <a:pt x="1239157" y="1074415"/>
                </a:lnTo>
                <a:lnTo>
                  <a:pt x="1260928" y="1114228"/>
                </a:lnTo>
                <a:lnTo>
                  <a:pt x="1283460" y="1153558"/>
                </a:lnTo>
                <a:lnTo>
                  <a:pt x="1306744" y="1192396"/>
                </a:lnTo>
                <a:lnTo>
                  <a:pt x="1330770" y="1230731"/>
                </a:lnTo>
                <a:lnTo>
                  <a:pt x="1355527" y="1268553"/>
                </a:lnTo>
                <a:lnTo>
                  <a:pt x="1381007" y="1305853"/>
                </a:lnTo>
                <a:lnTo>
                  <a:pt x="1407198" y="1342621"/>
                </a:lnTo>
                <a:lnTo>
                  <a:pt x="1434090" y="1378846"/>
                </a:lnTo>
                <a:lnTo>
                  <a:pt x="1461675" y="1414518"/>
                </a:lnTo>
                <a:lnTo>
                  <a:pt x="1489942" y="1449629"/>
                </a:lnTo>
                <a:lnTo>
                  <a:pt x="1518880" y="1484166"/>
                </a:lnTo>
                <a:lnTo>
                  <a:pt x="1548481" y="1518122"/>
                </a:lnTo>
                <a:lnTo>
                  <a:pt x="1578733" y="1551485"/>
                </a:lnTo>
                <a:lnTo>
                  <a:pt x="1609628" y="1584246"/>
                </a:lnTo>
                <a:lnTo>
                  <a:pt x="1641155" y="1616395"/>
                </a:lnTo>
                <a:lnTo>
                  <a:pt x="1673303" y="1647922"/>
                </a:lnTo>
                <a:lnTo>
                  <a:pt x="1706064" y="1678816"/>
                </a:lnTo>
                <a:lnTo>
                  <a:pt x="1739428" y="1709069"/>
                </a:lnTo>
                <a:lnTo>
                  <a:pt x="1773383" y="1738670"/>
                </a:lnTo>
                <a:lnTo>
                  <a:pt x="1807921" y="1767608"/>
                </a:lnTo>
                <a:lnTo>
                  <a:pt x="1843031" y="1795875"/>
                </a:lnTo>
                <a:lnTo>
                  <a:pt x="1878704" y="1823459"/>
                </a:lnTo>
                <a:lnTo>
                  <a:pt x="1914929" y="1850352"/>
                </a:lnTo>
                <a:lnTo>
                  <a:pt x="1951696" y="1876543"/>
                </a:lnTo>
                <a:lnTo>
                  <a:pt x="1988996" y="1902022"/>
                </a:lnTo>
                <a:lnTo>
                  <a:pt x="2026819" y="1926780"/>
                </a:lnTo>
                <a:lnTo>
                  <a:pt x="2065154" y="1950805"/>
                </a:lnTo>
                <a:lnTo>
                  <a:pt x="2103991" y="1974089"/>
                </a:lnTo>
                <a:lnTo>
                  <a:pt x="2143321" y="1996621"/>
                </a:lnTo>
                <a:lnTo>
                  <a:pt x="2183134" y="2018392"/>
                </a:lnTo>
                <a:lnTo>
                  <a:pt x="2223420" y="2039391"/>
                </a:lnTo>
                <a:lnTo>
                  <a:pt x="2264169" y="2059609"/>
                </a:lnTo>
                <a:lnTo>
                  <a:pt x="2305370" y="2079035"/>
                </a:lnTo>
                <a:lnTo>
                  <a:pt x="2347014" y="2097660"/>
                </a:lnTo>
                <a:lnTo>
                  <a:pt x="2389091" y="2115473"/>
                </a:lnTo>
                <a:lnTo>
                  <a:pt x="2431591" y="2132465"/>
                </a:lnTo>
                <a:lnTo>
                  <a:pt x="2474503" y="2148625"/>
                </a:lnTo>
                <a:lnTo>
                  <a:pt x="2517819" y="2163945"/>
                </a:lnTo>
                <a:lnTo>
                  <a:pt x="2561528" y="2178413"/>
                </a:lnTo>
                <a:lnTo>
                  <a:pt x="2605620" y="2192019"/>
                </a:lnTo>
                <a:lnTo>
                  <a:pt x="2650085" y="2204755"/>
                </a:lnTo>
                <a:lnTo>
                  <a:pt x="2694913" y="2216609"/>
                </a:lnTo>
                <a:lnTo>
                  <a:pt x="2740094" y="2227573"/>
                </a:lnTo>
                <a:lnTo>
                  <a:pt x="2785619" y="2237635"/>
                </a:lnTo>
                <a:lnTo>
                  <a:pt x="2831477" y="2246786"/>
                </a:lnTo>
                <a:lnTo>
                  <a:pt x="2877117" y="2254920"/>
                </a:lnTo>
                <a:lnTo>
                  <a:pt x="2924015" y="2262294"/>
                </a:lnTo>
                <a:lnTo>
                  <a:pt x="2970950" y="2268674"/>
                </a:lnTo>
                <a:lnTo>
                  <a:pt x="3018041" y="2274082"/>
                </a:lnTo>
                <a:lnTo>
                  <a:pt x="3065416" y="2278528"/>
                </a:lnTo>
                <a:lnTo>
                  <a:pt x="3113064" y="2282004"/>
                </a:lnTo>
                <a:lnTo>
                  <a:pt x="3160976" y="2284499"/>
                </a:lnTo>
                <a:lnTo>
                  <a:pt x="3209141" y="2286003"/>
                </a:lnTo>
                <a:lnTo>
                  <a:pt x="3257550" y="2286507"/>
                </a:lnTo>
                <a:lnTo>
                  <a:pt x="3257550" y="3257550"/>
                </a:lnTo>
                <a:lnTo>
                  <a:pt x="3092897" y="3257550"/>
                </a:lnTo>
                <a:lnTo>
                  <a:pt x="3065873" y="3256180"/>
                </a:lnTo>
                <a:lnTo>
                  <a:pt x="3018399" y="3253086"/>
                </a:lnTo>
                <a:lnTo>
                  <a:pt x="2971111" y="3249318"/>
                </a:lnTo>
                <a:lnTo>
                  <a:pt x="2924152" y="3244892"/>
                </a:lnTo>
                <a:lnTo>
                  <a:pt x="2877658" y="3239835"/>
                </a:lnTo>
                <a:lnTo>
                  <a:pt x="2830420" y="3234013"/>
                </a:lnTo>
                <a:lnTo>
                  <a:pt x="2783929" y="3227594"/>
                </a:lnTo>
                <a:lnTo>
                  <a:pt x="2737649" y="3220525"/>
                </a:lnTo>
                <a:lnTo>
                  <a:pt x="2691586" y="3212809"/>
                </a:lnTo>
                <a:lnTo>
                  <a:pt x="2645743" y="3204453"/>
                </a:lnTo>
                <a:lnTo>
                  <a:pt x="2600125" y="3195461"/>
                </a:lnTo>
                <a:lnTo>
                  <a:pt x="2554738" y="3185837"/>
                </a:lnTo>
                <a:lnTo>
                  <a:pt x="2509586" y="3175586"/>
                </a:lnTo>
                <a:lnTo>
                  <a:pt x="2464674" y="3164713"/>
                </a:lnTo>
                <a:lnTo>
                  <a:pt x="2420006" y="3153223"/>
                </a:lnTo>
                <a:lnTo>
                  <a:pt x="2375588" y="3141121"/>
                </a:lnTo>
                <a:lnTo>
                  <a:pt x="2331424" y="3128411"/>
                </a:lnTo>
                <a:lnTo>
                  <a:pt x="2287518" y="3115098"/>
                </a:lnTo>
                <a:lnTo>
                  <a:pt x="2243877" y="3101188"/>
                </a:lnTo>
                <a:lnTo>
                  <a:pt x="2200504" y="3086684"/>
                </a:lnTo>
                <a:lnTo>
                  <a:pt x="2157404" y="3071591"/>
                </a:lnTo>
                <a:lnTo>
                  <a:pt x="2114582" y="3055915"/>
                </a:lnTo>
                <a:lnTo>
                  <a:pt x="2072043" y="3039660"/>
                </a:lnTo>
                <a:lnTo>
                  <a:pt x="2029792" y="3022830"/>
                </a:lnTo>
                <a:lnTo>
                  <a:pt x="1987832" y="3005431"/>
                </a:lnTo>
                <a:lnTo>
                  <a:pt x="1946171" y="2987468"/>
                </a:lnTo>
                <a:lnTo>
                  <a:pt x="1904811" y="2968944"/>
                </a:lnTo>
                <a:lnTo>
                  <a:pt x="1863757" y="2949866"/>
                </a:lnTo>
                <a:lnTo>
                  <a:pt x="1823015" y="2930237"/>
                </a:lnTo>
                <a:lnTo>
                  <a:pt x="1782590" y="2910063"/>
                </a:lnTo>
                <a:lnTo>
                  <a:pt x="1742485" y="2889348"/>
                </a:lnTo>
                <a:lnTo>
                  <a:pt x="1702706" y="2868097"/>
                </a:lnTo>
                <a:lnTo>
                  <a:pt x="1663258" y="2846315"/>
                </a:lnTo>
                <a:lnTo>
                  <a:pt x="1624145" y="2824007"/>
                </a:lnTo>
                <a:lnTo>
                  <a:pt x="1585373" y="2801177"/>
                </a:lnTo>
                <a:lnTo>
                  <a:pt x="1546945" y="2777830"/>
                </a:lnTo>
                <a:lnTo>
                  <a:pt x="1508867" y="2753971"/>
                </a:lnTo>
                <a:lnTo>
                  <a:pt x="1471143" y="2729604"/>
                </a:lnTo>
                <a:lnTo>
                  <a:pt x="1433778" y="2704735"/>
                </a:lnTo>
                <a:lnTo>
                  <a:pt x="1396778" y="2679369"/>
                </a:lnTo>
                <a:lnTo>
                  <a:pt x="1360146" y="2653509"/>
                </a:lnTo>
                <a:lnTo>
                  <a:pt x="1323888" y="2627161"/>
                </a:lnTo>
                <a:lnTo>
                  <a:pt x="1288008" y="2600330"/>
                </a:lnTo>
                <a:lnTo>
                  <a:pt x="1252512" y="2573020"/>
                </a:lnTo>
                <a:lnTo>
                  <a:pt x="1217403" y="2545236"/>
                </a:lnTo>
                <a:lnTo>
                  <a:pt x="1182687" y="2516983"/>
                </a:lnTo>
                <a:lnTo>
                  <a:pt x="1148368" y="2488266"/>
                </a:lnTo>
                <a:lnTo>
                  <a:pt x="1114452" y="2459089"/>
                </a:lnTo>
                <a:lnTo>
                  <a:pt x="1080942" y="2429458"/>
                </a:lnTo>
                <a:lnTo>
                  <a:pt x="1047845" y="2399376"/>
                </a:lnTo>
                <a:lnTo>
                  <a:pt x="1015163" y="2368850"/>
                </a:lnTo>
                <a:lnTo>
                  <a:pt x="982904" y="2337882"/>
                </a:lnTo>
                <a:lnTo>
                  <a:pt x="951070" y="2306480"/>
                </a:lnTo>
                <a:lnTo>
                  <a:pt x="919667" y="2274646"/>
                </a:lnTo>
                <a:lnTo>
                  <a:pt x="888700" y="2242386"/>
                </a:lnTo>
                <a:lnTo>
                  <a:pt x="858173" y="2209705"/>
                </a:lnTo>
                <a:lnTo>
                  <a:pt x="828092" y="2176607"/>
                </a:lnTo>
                <a:lnTo>
                  <a:pt x="798460" y="2143098"/>
                </a:lnTo>
                <a:lnTo>
                  <a:pt x="769284" y="2109182"/>
                </a:lnTo>
                <a:lnTo>
                  <a:pt x="740566" y="2074863"/>
                </a:lnTo>
                <a:lnTo>
                  <a:pt x="712314" y="2040147"/>
                </a:lnTo>
                <a:lnTo>
                  <a:pt x="684530" y="2005038"/>
                </a:lnTo>
                <a:lnTo>
                  <a:pt x="657220" y="1969541"/>
                </a:lnTo>
                <a:lnTo>
                  <a:pt x="630389" y="1933662"/>
                </a:lnTo>
                <a:lnTo>
                  <a:pt x="604041" y="1897403"/>
                </a:lnTo>
                <a:lnTo>
                  <a:pt x="578181" y="1860772"/>
                </a:lnTo>
                <a:lnTo>
                  <a:pt x="552814" y="1823771"/>
                </a:lnTo>
                <a:lnTo>
                  <a:pt x="527945" y="1786407"/>
                </a:lnTo>
                <a:lnTo>
                  <a:pt x="503579" y="1748683"/>
                </a:lnTo>
                <a:lnTo>
                  <a:pt x="479720" y="1710605"/>
                </a:lnTo>
                <a:lnTo>
                  <a:pt x="456373" y="1672177"/>
                </a:lnTo>
                <a:lnTo>
                  <a:pt x="433543" y="1633404"/>
                </a:lnTo>
                <a:lnTo>
                  <a:pt x="411234" y="1594291"/>
                </a:lnTo>
                <a:lnTo>
                  <a:pt x="389452" y="1554843"/>
                </a:lnTo>
                <a:lnTo>
                  <a:pt x="368201" y="1515064"/>
                </a:lnTo>
                <a:lnTo>
                  <a:pt x="347486" y="1474960"/>
                </a:lnTo>
                <a:lnTo>
                  <a:pt x="327312" y="1434534"/>
                </a:lnTo>
                <a:lnTo>
                  <a:pt x="307684" y="1393792"/>
                </a:lnTo>
                <a:lnTo>
                  <a:pt x="288605" y="1352739"/>
                </a:lnTo>
                <a:lnTo>
                  <a:pt x="270082" y="1311379"/>
                </a:lnTo>
                <a:lnTo>
                  <a:pt x="252118" y="1269717"/>
                </a:lnTo>
                <a:lnTo>
                  <a:pt x="234720" y="1227758"/>
                </a:lnTo>
                <a:lnTo>
                  <a:pt x="217890" y="1185507"/>
                </a:lnTo>
                <a:lnTo>
                  <a:pt x="201635" y="1142968"/>
                </a:lnTo>
                <a:lnTo>
                  <a:pt x="185959" y="1100146"/>
                </a:lnTo>
                <a:lnTo>
                  <a:pt x="170866" y="1057046"/>
                </a:lnTo>
                <a:lnTo>
                  <a:pt x="156362" y="1013673"/>
                </a:lnTo>
                <a:lnTo>
                  <a:pt x="142451" y="970031"/>
                </a:lnTo>
                <a:lnTo>
                  <a:pt x="129138" y="926126"/>
                </a:lnTo>
                <a:lnTo>
                  <a:pt x="116429" y="881962"/>
                </a:lnTo>
                <a:lnTo>
                  <a:pt x="104326" y="837544"/>
                </a:lnTo>
                <a:lnTo>
                  <a:pt x="92836" y="792876"/>
                </a:lnTo>
                <a:lnTo>
                  <a:pt x="81964" y="747964"/>
                </a:lnTo>
                <a:lnTo>
                  <a:pt x="71713" y="702811"/>
                </a:lnTo>
                <a:lnTo>
                  <a:pt x="62089" y="657424"/>
                </a:lnTo>
                <a:lnTo>
                  <a:pt x="53096" y="611807"/>
                </a:lnTo>
                <a:lnTo>
                  <a:pt x="44740" y="565964"/>
                </a:lnTo>
                <a:lnTo>
                  <a:pt x="37025" y="519900"/>
                </a:lnTo>
                <a:lnTo>
                  <a:pt x="29956" y="473621"/>
                </a:lnTo>
                <a:lnTo>
                  <a:pt x="23537" y="427130"/>
                </a:lnTo>
                <a:lnTo>
                  <a:pt x="17773" y="380433"/>
                </a:lnTo>
                <a:lnTo>
                  <a:pt x="12670" y="333534"/>
                </a:lnTo>
                <a:lnTo>
                  <a:pt x="8232" y="286439"/>
                </a:lnTo>
                <a:lnTo>
                  <a:pt x="4463" y="239151"/>
                </a:lnTo>
                <a:lnTo>
                  <a:pt x="1369" y="191676"/>
                </a:lnTo>
                <a:lnTo>
                  <a:pt x="0" y="164644"/>
                </a:lnTo>
                <a:close/>
              </a:path>
            </a:pathLst>
          </a:custGeom>
          <a:solidFill>
            <a:srgbClr val="A1B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C3990471-22E5-18D6-520A-FF4E6E755389}"/>
              </a:ext>
            </a:extLst>
          </p:cNvPr>
          <p:cNvGrpSpPr/>
          <p:nvPr/>
        </p:nvGrpSpPr>
        <p:grpSpPr>
          <a:xfrm>
            <a:off x="282788" y="397087"/>
            <a:ext cx="2003425" cy="2003425"/>
            <a:chOff x="282788" y="397087"/>
            <a:chExt cx="2003425" cy="200342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F38D8A4-83CD-A3B7-0833-3F326A56D9F1}"/>
                </a:ext>
              </a:extLst>
            </p:cNvPr>
            <p:cNvSpPr/>
            <p:nvPr/>
          </p:nvSpPr>
          <p:spPr>
            <a:xfrm>
              <a:off x="282788" y="397087"/>
              <a:ext cx="2003425" cy="2003425"/>
            </a:xfrm>
            <a:custGeom>
              <a:avLst/>
              <a:gdLst/>
              <a:ahLst/>
              <a:cxnLst/>
              <a:rect l="l" t="t" r="r" b="b"/>
              <a:pathLst>
                <a:path w="2003425" h="2003425">
                  <a:moveTo>
                    <a:pt x="1001693" y="2003386"/>
                  </a:moveTo>
                  <a:lnTo>
                    <a:pt x="953160" y="2002231"/>
                  </a:lnTo>
                  <a:lnTo>
                    <a:pt x="905223" y="1998800"/>
                  </a:lnTo>
                  <a:lnTo>
                    <a:pt x="857934" y="1993147"/>
                  </a:lnTo>
                  <a:lnTo>
                    <a:pt x="811347" y="1985324"/>
                  </a:lnTo>
                  <a:lnTo>
                    <a:pt x="765514" y="1975382"/>
                  </a:lnTo>
                  <a:lnTo>
                    <a:pt x="720486" y="1963376"/>
                  </a:lnTo>
                  <a:lnTo>
                    <a:pt x="676317" y="1949356"/>
                  </a:lnTo>
                  <a:lnTo>
                    <a:pt x="633059" y="1933376"/>
                  </a:lnTo>
                  <a:lnTo>
                    <a:pt x="590764" y="1915489"/>
                  </a:lnTo>
                  <a:lnTo>
                    <a:pt x="549486" y="1895745"/>
                  </a:lnTo>
                  <a:lnTo>
                    <a:pt x="509275" y="1874199"/>
                  </a:lnTo>
                  <a:lnTo>
                    <a:pt x="470186" y="1850902"/>
                  </a:lnTo>
                  <a:lnTo>
                    <a:pt x="432270" y="1825907"/>
                  </a:lnTo>
                  <a:lnTo>
                    <a:pt x="395579" y="1799267"/>
                  </a:lnTo>
                  <a:lnTo>
                    <a:pt x="360167" y="1771033"/>
                  </a:lnTo>
                  <a:lnTo>
                    <a:pt x="326086" y="1741259"/>
                  </a:lnTo>
                  <a:lnTo>
                    <a:pt x="293388" y="1709997"/>
                  </a:lnTo>
                  <a:lnTo>
                    <a:pt x="262126" y="1677299"/>
                  </a:lnTo>
                  <a:lnTo>
                    <a:pt x="232352" y="1643217"/>
                  </a:lnTo>
                  <a:lnTo>
                    <a:pt x="204118" y="1607805"/>
                  </a:lnTo>
                  <a:lnTo>
                    <a:pt x="177478" y="1571115"/>
                  </a:lnTo>
                  <a:lnTo>
                    <a:pt x="152483" y="1533199"/>
                  </a:lnTo>
                  <a:lnTo>
                    <a:pt x="129186" y="1494110"/>
                  </a:lnTo>
                  <a:lnTo>
                    <a:pt x="107640" y="1453900"/>
                  </a:lnTo>
                  <a:lnTo>
                    <a:pt x="87896" y="1412621"/>
                  </a:lnTo>
                  <a:lnTo>
                    <a:pt x="70009" y="1370326"/>
                  </a:lnTo>
                  <a:lnTo>
                    <a:pt x="54029" y="1327068"/>
                  </a:lnTo>
                  <a:lnTo>
                    <a:pt x="40009" y="1282899"/>
                  </a:lnTo>
                  <a:lnTo>
                    <a:pt x="28003" y="1237872"/>
                  </a:lnTo>
                  <a:lnTo>
                    <a:pt x="18061" y="1192039"/>
                  </a:lnTo>
                  <a:lnTo>
                    <a:pt x="10238" y="1145452"/>
                  </a:lnTo>
                  <a:lnTo>
                    <a:pt x="4585" y="1098164"/>
                  </a:lnTo>
                  <a:lnTo>
                    <a:pt x="1155" y="1050227"/>
                  </a:lnTo>
                  <a:lnTo>
                    <a:pt x="0" y="1001694"/>
                  </a:lnTo>
                  <a:lnTo>
                    <a:pt x="1155" y="953161"/>
                  </a:lnTo>
                  <a:lnTo>
                    <a:pt x="4585" y="905224"/>
                  </a:lnTo>
                  <a:lnTo>
                    <a:pt x="10238" y="857936"/>
                  </a:lnTo>
                  <a:lnTo>
                    <a:pt x="18061" y="811349"/>
                  </a:lnTo>
                  <a:lnTo>
                    <a:pt x="28003" y="765515"/>
                  </a:lnTo>
                  <a:lnTo>
                    <a:pt x="40009" y="720487"/>
                  </a:lnTo>
                  <a:lnTo>
                    <a:pt x="54029" y="676318"/>
                  </a:lnTo>
                  <a:lnTo>
                    <a:pt x="70009" y="633060"/>
                  </a:lnTo>
                  <a:lnTo>
                    <a:pt x="87896" y="590766"/>
                  </a:lnTo>
                  <a:lnTo>
                    <a:pt x="107640" y="549487"/>
                  </a:lnTo>
                  <a:lnTo>
                    <a:pt x="129186" y="509276"/>
                  </a:lnTo>
                  <a:lnTo>
                    <a:pt x="152483" y="470187"/>
                  </a:lnTo>
                  <a:lnTo>
                    <a:pt x="177478" y="432271"/>
                  </a:lnTo>
                  <a:lnTo>
                    <a:pt x="204118" y="395580"/>
                  </a:lnTo>
                  <a:lnTo>
                    <a:pt x="232352" y="360168"/>
                  </a:lnTo>
                  <a:lnTo>
                    <a:pt x="262126" y="326087"/>
                  </a:lnTo>
                  <a:lnTo>
                    <a:pt x="293388" y="293389"/>
                  </a:lnTo>
                  <a:lnTo>
                    <a:pt x="326086" y="262127"/>
                  </a:lnTo>
                  <a:lnTo>
                    <a:pt x="360167" y="232352"/>
                  </a:lnTo>
                  <a:lnTo>
                    <a:pt x="395579" y="204119"/>
                  </a:lnTo>
                  <a:lnTo>
                    <a:pt x="432270" y="177478"/>
                  </a:lnTo>
                  <a:lnTo>
                    <a:pt x="470186" y="152483"/>
                  </a:lnTo>
                  <a:lnTo>
                    <a:pt x="509275" y="129186"/>
                  </a:lnTo>
                  <a:lnTo>
                    <a:pt x="549486" y="107640"/>
                  </a:lnTo>
                  <a:lnTo>
                    <a:pt x="590764" y="87897"/>
                  </a:lnTo>
                  <a:lnTo>
                    <a:pt x="633059" y="70009"/>
                  </a:lnTo>
                  <a:lnTo>
                    <a:pt x="676317" y="54029"/>
                  </a:lnTo>
                  <a:lnTo>
                    <a:pt x="720486" y="40009"/>
                  </a:lnTo>
                  <a:lnTo>
                    <a:pt x="765514" y="28003"/>
                  </a:lnTo>
                  <a:lnTo>
                    <a:pt x="811347" y="18062"/>
                  </a:lnTo>
                  <a:lnTo>
                    <a:pt x="857934" y="10238"/>
                  </a:lnTo>
                  <a:lnTo>
                    <a:pt x="905223" y="4585"/>
                  </a:lnTo>
                  <a:lnTo>
                    <a:pt x="953160" y="1155"/>
                  </a:lnTo>
                  <a:lnTo>
                    <a:pt x="1001693" y="0"/>
                  </a:lnTo>
                  <a:lnTo>
                    <a:pt x="1050225" y="1155"/>
                  </a:lnTo>
                  <a:lnTo>
                    <a:pt x="1098162" y="4585"/>
                  </a:lnTo>
                  <a:lnTo>
                    <a:pt x="1145450" y="10238"/>
                  </a:lnTo>
                  <a:lnTo>
                    <a:pt x="1192037" y="18062"/>
                  </a:lnTo>
                  <a:lnTo>
                    <a:pt x="1237871" y="28003"/>
                  </a:lnTo>
                  <a:lnTo>
                    <a:pt x="1282898" y="40009"/>
                  </a:lnTo>
                  <a:lnTo>
                    <a:pt x="1327067" y="54029"/>
                  </a:lnTo>
                  <a:lnTo>
                    <a:pt x="1370325" y="70009"/>
                  </a:lnTo>
                  <a:lnTo>
                    <a:pt x="1412619" y="87897"/>
                  </a:lnTo>
                  <a:lnTo>
                    <a:pt x="1453898" y="107640"/>
                  </a:lnTo>
                  <a:lnTo>
                    <a:pt x="1494108" y="129186"/>
                  </a:lnTo>
                  <a:lnTo>
                    <a:pt x="1533198" y="152483"/>
                  </a:lnTo>
                  <a:lnTo>
                    <a:pt x="1571114" y="177478"/>
                  </a:lnTo>
                  <a:lnTo>
                    <a:pt x="1607804" y="204119"/>
                  </a:lnTo>
                  <a:lnTo>
                    <a:pt x="1643216" y="232352"/>
                  </a:lnTo>
                  <a:lnTo>
                    <a:pt x="1677297" y="262127"/>
                  </a:lnTo>
                  <a:lnTo>
                    <a:pt x="1709995" y="293389"/>
                  </a:lnTo>
                  <a:lnTo>
                    <a:pt x="1741258" y="326087"/>
                  </a:lnTo>
                  <a:lnTo>
                    <a:pt x="1771032" y="360168"/>
                  </a:lnTo>
                  <a:lnTo>
                    <a:pt x="1799265" y="395580"/>
                  </a:lnTo>
                  <a:lnTo>
                    <a:pt x="1825906" y="432271"/>
                  </a:lnTo>
                  <a:lnTo>
                    <a:pt x="1850901" y="470187"/>
                  </a:lnTo>
                  <a:lnTo>
                    <a:pt x="1874197" y="509276"/>
                  </a:lnTo>
                  <a:lnTo>
                    <a:pt x="1895744" y="549487"/>
                  </a:lnTo>
                  <a:lnTo>
                    <a:pt x="1915487" y="590766"/>
                  </a:lnTo>
                  <a:lnTo>
                    <a:pt x="1933375" y="633060"/>
                  </a:lnTo>
                  <a:lnTo>
                    <a:pt x="1949355" y="676318"/>
                  </a:lnTo>
                  <a:lnTo>
                    <a:pt x="1963374" y="720487"/>
                  </a:lnTo>
                  <a:lnTo>
                    <a:pt x="1975381" y="765515"/>
                  </a:lnTo>
                  <a:lnTo>
                    <a:pt x="1985322" y="811349"/>
                  </a:lnTo>
                  <a:lnTo>
                    <a:pt x="1993146" y="857936"/>
                  </a:lnTo>
                  <a:lnTo>
                    <a:pt x="1998799" y="905224"/>
                  </a:lnTo>
                  <a:lnTo>
                    <a:pt x="2002229" y="953161"/>
                  </a:lnTo>
                  <a:lnTo>
                    <a:pt x="2003384" y="1001694"/>
                  </a:lnTo>
                  <a:lnTo>
                    <a:pt x="2002229" y="1050227"/>
                  </a:lnTo>
                  <a:lnTo>
                    <a:pt x="1998799" y="1098164"/>
                  </a:lnTo>
                  <a:lnTo>
                    <a:pt x="1993146" y="1145452"/>
                  </a:lnTo>
                  <a:lnTo>
                    <a:pt x="1985322" y="1192039"/>
                  </a:lnTo>
                  <a:lnTo>
                    <a:pt x="1975381" y="1237872"/>
                  </a:lnTo>
                  <a:lnTo>
                    <a:pt x="1963374" y="1282899"/>
                  </a:lnTo>
                  <a:lnTo>
                    <a:pt x="1949355" y="1327068"/>
                  </a:lnTo>
                  <a:lnTo>
                    <a:pt x="1933375" y="1370326"/>
                  </a:lnTo>
                  <a:lnTo>
                    <a:pt x="1915487" y="1412621"/>
                  </a:lnTo>
                  <a:lnTo>
                    <a:pt x="1895744" y="1453900"/>
                  </a:lnTo>
                  <a:lnTo>
                    <a:pt x="1874197" y="1494110"/>
                  </a:lnTo>
                  <a:lnTo>
                    <a:pt x="1850901" y="1533199"/>
                  </a:lnTo>
                  <a:lnTo>
                    <a:pt x="1825906" y="1571115"/>
                  </a:lnTo>
                  <a:lnTo>
                    <a:pt x="1799265" y="1607805"/>
                  </a:lnTo>
                  <a:lnTo>
                    <a:pt x="1771032" y="1643217"/>
                  </a:lnTo>
                  <a:lnTo>
                    <a:pt x="1741258" y="1677299"/>
                  </a:lnTo>
                  <a:lnTo>
                    <a:pt x="1709995" y="1709997"/>
                  </a:lnTo>
                  <a:lnTo>
                    <a:pt x="1677297" y="1741259"/>
                  </a:lnTo>
                  <a:lnTo>
                    <a:pt x="1643216" y="1771033"/>
                  </a:lnTo>
                  <a:lnTo>
                    <a:pt x="1607804" y="1799267"/>
                  </a:lnTo>
                  <a:lnTo>
                    <a:pt x="1571114" y="1825907"/>
                  </a:lnTo>
                  <a:lnTo>
                    <a:pt x="1533198" y="1850902"/>
                  </a:lnTo>
                  <a:lnTo>
                    <a:pt x="1494108" y="1874199"/>
                  </a:lnTo>
                  <a:lnTo>
                    <a:pt x="1453898" y="1895745"/>
                  </a:lnTo>
                  <a:lnTo>
                    <a:pt x="1412619" y="1915489"/>
                  </a:lnTo>
                  <a:lnTo>
                    <a:pt x="1370325" y="1933376"/>
                  </a:lnTo>
                  <a:lnTo>
                    <a:pt x="1327067" y="1949356"/>
                  </a:lnTo>
                  <a:lnTo>
                    <a:pt x="1282898" y="1963376"/>
                  </a:lnTo>
                  <a:lnTo>
                    <a:pt x="1237871" y="1975382"/>
                  </a:lnTo>
                  <a:lnTo>
                    <a:pt x="1192037" y="1985324"/>
                  </a:lnTo>
                  <a:lnTo>
                    <a:pt x="1145450" y="1993147"/>
                  </a:lnTo>
                  <a:lnTo>
                    <a:pt x="1098162" y="1998800"/>
                  </a:lnTo>
                  <a:lnTo>
                    <a:pt x="1050225" y="2002231"/>
                  </a:lnTo>
                  <a:lnTo>
                    <a:pt x="1001693" y="2003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487C4C1-D3BA-5ABD-3845-828E51CAEA3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750" y="551986"/>
              <a:ext cx="1695385" cy="1695385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77488A4-87B7-6A76-F6BA-54568F331EF6}"/>
              </a:ext>
            </a:extLst>
          </p:cNvPr>
          <p:cNvSpPr txBox="1"/>
          <p:nvPr/>
        </p:nvSpPr>
        <p:spPr>
          <a:xfrm>
            <a:off x="4171499" y="1051209"/>
            <a:ext cx="586740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b="1" spc="265" dirty="0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Latar </a:t>
            </a:r>
            <a:r>
              <a:rPr lang="en-US" sz="5000" b="1" spc="265" dirty="0" err="1">
                <a:solidFill>
                  <a:srgbClr val="FFFFFF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Belakang</a:t>
            </a:r>
            <a:endParaRPr sz="5000" dirty="0"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C977093-95CF-1FED-189D-5B442688FC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4076" y="1007666"/>
            <a:ext cx="860848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0</a:t>
            </a:r>
            <a:r>
              <a:rPr lang="en-US" sz="5000" spc="315" dirty="0">
                <a:latin typeface="STHupo" panose="02010800040101010101" pitchFamily="2" charset="-122"/>
                <a:ea typeface="STHupo" panose="02010800040101010101" pitchFamily="2" charset="-122"/>
              </a:rPr>
              <a:t>8</a:t>
            </a:r>
            <a:endParaRPr sz="5000" spc="315" dirty="0">
              <a:latin typeface="STHupo" panose="02010800040101010101" pitchFamily="2" charset="-122"/>
              <a:ea typeface="STHupo" panose="02010800040101010101" pitchFamily="2" charset="-122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6E42F71-CA3F-EC0D-249B-FB040C90E07E}"/>
              </a:ext>
            </a:extLst>
          </p:cNvPr>
          <p:cNvSpPr txBox="1"/>
          <p:nvPr/>
        </p:nvSpPr>
        <p:spPr>
          <a:xfrm>
            <a:off x="11715299" y="3074302"/>
            <a:ext cx="3657600" cy="1052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sz="500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77DA2-D214-F3A3-ED83-FFD987B45DE1}"/>
              </a:ext>
            </a:extLst>
          </p:cNvPr>
          <p:cNvSpPr txBox="1"/>
          <p:nvPr/>
        </p:nvSpPr>
        <p:spPr>
          <a:xfrm>
            <a:off x="2915101" y="2933700"/>
            <a:ext cx="1268912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4000" spc="114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Komponen</a:t>
            </a:r>
            <a:r>
              <a:rPr lang="en-ID" sz="4000" spc="114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14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perangkat</a:t>
            </a:r>
            <a:r>
              <a:rPr lang="en-ID" sz="4000" spc="-8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0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keras</a:t>
            </a:r>
            <a:r>
              <a:rPr lang="en-ID" sz="4000" spc="-8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0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seperti</a:t>
            </a:r>
            <a:r>
              <a:rPr lang="en-ID" sz="4000" spc="-8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ESP32,</a:t>
            </a:r>
            <a:r>
              <a:rPr lang="en-ID" sz="4000" spc="-8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9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sensor,</a:t>
            </a:r>
            <a:r>
              <a:rPr lang="en-ID" sz="4000" spc="-8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-2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LED, </a:t>
            </a:r>
            <a:r>
              <a:rPr lang="en-ID" sz="4000" spc="-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relay,</a:t>
            </a:r>
            <a:r>
              <a:rPr lang="en-ID" sz="4000" spc="-13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8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breadboard,</a:t>
            </a:r>
            <a:r>
              <a:rPr lang="en-ID" sz="4000" spc="-13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dan</a:t>
            </a:r>
            <a:r>
              <a:rPr lang="en-ID" sz="4000" spc="-13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14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kabel</a:t>
            </a:r>
            <a:r>
              <a:rPr lang="en-ID" sz="4000" spc="-13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9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jumper</a:t>
            </a:r>
            <a:r>
              <a:rPr lang="en-ID" sz="4000" spc="-13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5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saling</a:t>
            </a:r>
            <a:r>
              <a:rPr lang="en-ID" sz="4000" spc="-13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7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terintegrasi</a:t>
            </a:r>
            <a:r>
              <a:rPr lang="en-ID" sz="4000" spc="7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6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untuk</a:t>
            </a:r>
            <a:r>
              <a:rPr lang="en-ID" sz="4000" spc="-13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9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membentuk</a:t>
            </a:r>
            <a:r>
              <a:rPr lang="en-ID" sz="4000" spc="-13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8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sistem</a:t>
            </a:r>
            <a:r>
              <a:rPr lang="en-ID" sz="4000" spc="-13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IoT</a:t>
            </a:r>
            <a:r>
              <a:rPr lang="en-ID" sz="4000" spc="-13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8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yang</a:t>
            </a:r>
            <a:r>
              <a:rPr lang="en-ID" sz="4000" spc="-13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4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mampu</a:t>
            </a:r>
            <a:r>
              <a:rPr lang="en-ID" sz="4000" spc="96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6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mendeteksi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7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kondisi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6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lingkungan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dan</a:t>
            </a:r>
            <a:r>
              <a:rPr lang="en-ID" sz="4000" spc="-10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5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mengendalikan</a:t>
            </a:r>
            <a:r>
              <a:rPr lang="en-ID" sz="4000" spc="15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14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perangkat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2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secara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9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otomatis</a:t>
            </a:r>
            <a:r>
              <a:rPr lang="en-ID" sz="4000" spc="9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.</a:t>
            </a:r>
            <a:r>
              <a:rPr lang="en-ID" sz="4000" spc="-95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9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Pemahaman</a:t>
            </a:r>
            <a:r>
              <a:rPr lang="en-ID" sz="4000" spc="-10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3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setiap</a:t>
            </a:r>
            <a:r>
              <a:rPr lang="en-ID" sz="4000" spc="13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35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komponen</a:t>
            </a:r>
            <a:r>
              <a:rPr lang="en-ID" sz="4000" spc="-114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7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sangat</a:t>
            </a:r>
            <a:r>
              <a:rPr lang="en-ID" sz="4000" spc="-114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6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penting</a:t>
            </a:r>
            <a:r>
              <a:rPr lang="en-ID" sz="4000" spc="-1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9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agar</a:t>
            </a:r>
            <a:r>
              <a:rPr lang="en-ID" sz="4000" spc="-114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8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sistem</a:t>
            </a:r>
            <a:r>
              <a:rPr lang="en-ID" sz="4000" spc="-114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5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dapat</a:t>
            </a:r>
            <a:r>
              <a:rPr lang="en-ID" sz="4000" spc="-1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4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bekerja</a:t>
            </a:r>
            <a:r>
              <a:rPr lang="en-ID" sz="4000" dirty="0"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1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dengan</a:t>
            </a:r>
            <a:r>
              <a:rPr lang="en-ID" sz="4000" spc="-12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11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baik</a:t>
            </a:r>
            <a:r>
              <a:rPr lang="en-ID" sz="4000" spc="-114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21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dan</a:t>
            </a:r>
            <a:r>
              <a:rPr lang="en-ID" sz="4000" spc="-114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 </a:t>
            </a:r>
            <a:r>
              <a:rPr lang="en-ID" sz="4000" spc="40" dirty="0" err="1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efisien</a:t>
            </a:r>
            <a:r>
              <a:rPr lang="en-ID" sz="4000" spc="40" dirty="0">
                <a:solidFill>
                  <a:srgbClr val="452981"/>
                </a:solidFill>
                <a:latin typeface="Bell MT" panose="02020503060305020303" pitchFamily="18" charset="0"/>
                <a:ea typeface="STHupo" panose="02010800040101010101" pitchFamily="2" charset="-122"/>
                <a:cs typeface="Trebuchet MS"/>
              </a:rPr>
              <a:t>.</a:t>
            </a:r>
            <a:endParaRPr lang="en-ID" sz="4000" dirty="0">
              <a:latin typeface="Bell MT" panose="02020503060305020303" pitchFamily="18" charset="0"/>
              <a:ea typeface="STHupo" panose="02010800040101010101" pitchFamily="2" charset="-12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F01B93-B285-A896-06E6-FE8C7C315F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76" y="9088683"/>
            <a:ext cx="646331" cy="6463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2549BCE-DFE3-8997-C673-55EEB82D497B}"/>
              </a:ext>
            </a:extLst>
          </p:cNvPr>
          <p:cNvSpPr txBox="1"/>
          <p:nvPr/>
        </p:nvSpPr>
        <p:spPr>
          <a:xfrm>
            <a:off x="1628775" y="9088683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POLITEKNIK NEGERI INDRAMAYU</a:t>
            </a:r>
          </a:p>
          <a:p>
            <a:pPr algn="just"/>
            <a:r>
              <a:rPr lang="en-US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 TEKNIK INFORMATIKA</a:t>
            </a:r>
            <a:endParaRPr lang="en-ID" sz="1800" b="1" dirty="0">
              <a:solidFill>
                <a:srgbClr val="4529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431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6DC00-F62C-68FF-F6BF-96EFFA1EF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40F0641-A476-1AF9-40C9-016C13B565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418671" y="3350486"/>
            <a:ext cx="13805940" cy="1816523"/>
          </a:xfrm>
          <a:prstGeom prst="rect">
            <a:avLst/>
          </a:prstGeom>
        </p:spPr>
        <p:txBody>
          <a:bodyPr vert="horz" wrap="square" lIns="0" tIns="274955" rIns="0" bIns="0" rtlCol="0">
            <a:spAutoFit/>
          </a:bodyPr>
          <a:lstStyle/>
          <a:p>
            <a:pPr algn="l"/>
            <a:r>
              <a:rPr lang="en-ID" sz="10000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Terima</a:t>
            </a:r>
            <a:r>
              <a:rPr lang="en-ID" sz="10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 Kasih  </a:t>
            </a:r>
            <a:r>
              <a:rPr lang="en-ID" sz="700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&gt;_&lt;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20DED6-3B14-BC29-18FE-BD0338062840}"/>
              </a:ext>
            </a:extLst>
          </p:cNvPr>
          <p:cNvSpPr txBox="1"/>
          <p:nvPr/>
        </p:nvSpPr>
        <p:spPr>
          <a:xfrm>
            <a:off x="2402458" y="8496300"/>
            <a:ext cx="10932542" cy="805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150" spc="32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Disusun</a:t>
            </a:r>
            <a:r>
              <a:rPr sz="5150" spc="-14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5150" spc="19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Oleh</a:t>
            </a:r>
            <a:r>
              <a:rPr sz="5150" spc="-14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5000" spc="225" dirty="0" err="1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Kelompok</a:t>
            </a:r>
            <a:r>
              <a:rPr sz="5150" spc="-140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</a:t>
            </a:r>
            <a:r>
              <a:rPr sz="5150" spc="33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06</a:t>
            </a:r>
            <a:r>
              <a:rPr lang="en-US" sz="5150" spc="335" dirty="0">
                <a:solidFill>
                  <a:srgbClr val="452981"/>
                </a:solidFill>
                <a:latin typeface="STHupo" panose="02010800040101010101" pitchFamily="2" charset="-122"/>
                <a:ea typeface="STHupo" panose="02010800040101010101" pitchFamily="2" charset="-122"/>
                <a:cs typeface="Trebuchet MS"/>
              </a:rPr>
              <a:t> (TI 2B)</a:t>
            </a:r>
            <a:endParaRPr sz="5150" dirty="0">
              <a:solidFill>
                <a:srgbClr val="452981"/>
              </a:solidFill>
              <a:latin typeface="STHupo" panose="02010800040101010101" pitchFamily="2" charset="-122"/>
              <a:ea typeface="STHupo" panose="02010800040101010101" pitchFamily="2" charset="-122"/>
              <a:cs typeface="Trebuchet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0350E-77FF-EF58-2804-DC59F8480D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42899"/>
            <a:ext cx="646331" cy="646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5BCFE1-7E5C-E816-B646-DDC4D052B897}"/>
              </a:ext>
            </a:extLst>
          </p:cNvPr>
          <p:cNvSpPr txBox="1"/>
          <p:nvPr/>
        </p:nvSpPr>
        <p:spPr>
          <a:xfrm>
            <a:off x="1219200" y="342899"/>
            <a:ext cx="4191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POLITEKNIK NEGERI INDRAMAYU</a:t>
            </a:r>
          </a:p>
          <a:p>
            <a:pPr algn="just"/>
            <a:r>
              <a:rPr lang="en-US" b="1" dirty="0">
                <a:solidFill>
                  <a:srgbClr val="452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 TEKNIK INFORMATIKA</a:t>
            </a:r>
            <a:endParaRPr lang="en-ID" sz="1800" b="1" dirty="0">
              <a:solidFill>
                <a:srgbClr val="4529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13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369</Words>
  <Application>Microsoft Office PowerPoint</Application>
  <PresentationFormat>Custom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STHupo</vt:lpstr>
      <vt:lpstr>Bell MT</vt:lpstr>
      <vt:lpstr>Times New Roman</vt:lpstr>
      <vt:lpstr>Trebuchet MS</vt:lpstr>
      <vt:lpstr>Office Theme</vt:lpstr>
      <vt:lpstr>Sistem Lampu Otomatis  Berbasis Sensor Cahaya dan  IoT untuk Penghematan Energi </vt:lpstr>
      <vt:lpstr>01</vt:lpstr>
      <vt:lpstr>02</vt:lpstr>
      <vt:lpstr>03</vt:lpstr>
      <vt:lpstr>04</vt:lpstr>
      <vt:lpstr>05</vt:lpstr>
      <vt:lpstr>06</vt:lpstr>
      <vt:lpstr>07</vt:lpstr>
      <vt:lpstr>08</vt:lpstr>
      <vt:lpstr>Terima Kasih  &gt;_&lt;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 Ungu Berwarna Modern Tugas Kelompok Presentasi</dc:title>
  <dc:creator>Anindita Oktaviani</dc:creator>
  <cp:keywords>DAG8kZap0xw,BAF8GiSwLb4,0</cp:keywords>
  <cp:lastModifiedBy>asus ryzen5</cp:lastModifiedBy>
  <cp:revision>2</cp:revision>
  <dcterms:created xsi:type="dcterms:W3CDTF">2025-12-28T13:59:51Z</dcterms:created>
  <dcterms:modified xsi:type="dcterms:W3CDTF">2025-12-28T15:59:32Z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2025-12-26T00:00:00Z</vt:filetime>
  </property>
  <property fmtid="{D5CDD505-2E9C-101B-9397-08002B2CF9AE}" pid="3" name="Creator">
    <vt:lpwstr>Canva</vt:lpwstr>
  </property>
  <property fmtid="{D5CDD505-2E9C-101B-9397-08002B2CF9AE}" pid="4" name="LastSaved">
    <vt:filetime>2025-12-28T00:00:00Z</vt:filetime>
  </property>
  <property fmtid="{D5CDD505-2E9C-101B-9397-08002B2CF9AE}" pid="5" name="Producer">
    <vt:lpwstr>3-Heights(TM) PDF Security Shell 4.8.25.2 (http://www.pdf-tools.com)</vt:lpwstr>
  </property>
</Properties>
</file>